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5" roundtripDataSignature="AMtx7mh4CfEyfzo/x96XCE5v2FsrouW91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5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2a0f50ca8a7ecef9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h2a0f50ca8a7ecef9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h2a0f50ca8a7ecef9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2a0f50ca8a7ecef9_1_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h2a0f50ca8a7ecef9_1_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h2a0f50ca8a7ecef9_1_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h2a0f50ca8a7ecef9_1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h2a0f50ca8a7ecef9_1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h2a0f50ca8a7ecef9_1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 To change images on this slide, select a picture and delete it. Then click the Insert Picture icon in the placeholder to insert your own image.</a:t>
            </a:r>
            <a:endParaRPr/>
          </a:p>
        </p:txBody>
      </p:sp>
      <p:sp>
        <p:nvSpPr>
          <p:cNvPr id="168" name="Google Shape;16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 To change images on this slide, select a picture and delete it. Then click the Insert Picture icon in the placeholder to insert your own image.</a:t>
            </a:r>
            <a:endParaRPr/>
          </a:p>
        </p:txBody>
      </p:sp>
      <p:sp>
        <p:nvSpPr>
          <p:cNvPr id="176" name="Google Shape;17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 To change images on this slide, select a picture and delete it. Then click the Insert Picture icon in the placeholder to insert your own image.</a:t>
            </a:r>
            <a:endParaRPr/>
          </a:p>
        </p:txBody>
      </p:sp>
      <p:sp>
        <p:nvSpPr>
          <p:cNvPr id="186" name="Google Shape;18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 To change images on this slide, select a picture and delete it. Then click the Insert Picture icon in the placeholder to insert your own image.</a:t>
            </a:r>
            <a:endParaRPr/>
          </a:p>
        </p:txBody>
      </p:sp>
      <p:sp>
        <p:nvSpPr>
          <p:cNvPr id="196" name="Google Shape;19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 To change images on this slide, select a picture and delete it. Then click the Insert Picture icon in the placeholder to insert your own image.</a:t>
            </a:r>
            <a:endParaRPr/>
          </a:p>
        </p:txBody>
      </p:sp>
      <p:sp>
        <p:nvSpPr>
          <p:cNvPr id="206" name="Google Shape;20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 To change images on this slide, select a picture and delete it. Then click the Insert Picture icon in the placeholder to insert your own image.</a:t>
            </a:r>
            <a:endParaRPr/>
          </a:p>
        </p:txBody>
      </p:sp>
      <p:sp>
        <p:nvSpPr>
          <p:cNvPr id="216" name="Google Shape;21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 To change images on this slide, select a picture and delete it. Then click the Insert Picture icon in the placeholder to insert your own image.</a:t>
            </a:r>
            <a:endParaRPr/>
          </a:p>
        </p:txBody>
      </p:sp>
      <p:sp>
        <p:nvSpPr>
          <p:cNvPr id="226" name="Google Shape;22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h2a0f50ca8a7ecef9_1_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h2a0f50ca8a7ecef9_1_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h2a0f50ca8a7ecef9_1_2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h2a0f50ca8a7ecef9_1_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h2a0f50ca8a7ecef9_1_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h2a0f50ca8a7ecef9_1_3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7" name="Google Shape;25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NOTE: To change images on this slide, select a picture and delete it. Then click the Insert Picture icon in the placeholder to insert your own image.</a:t>
            </a:r>
            <a:endParaRPr/>
          </a:p>
        </p:txBody>
      </p:sp>
      <p:sp>
        <p:nvSpPr>
          <p:cNvPr id="258" name="Google Shape;25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h2a0f50ca8a7ecef9_1_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h2a0f50ca8a7ecef9_1_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h2a0f50ca8a7ecef9_1_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h2a0f50ca8a7ecef9_1_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h2a0f50ca8a7ecef9_1_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h2a0f50ca8a7ecef9_1_6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bg>
      <p:bgPr>
        <a:solidFill>
          <a:schemeClr val="dk2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Google Shape;17;p15"/>
          <p:cNvPicPr preferRelativeResize="0"/>
          <p:nvPr/>
        </p:nvPicPr>
        <p:blipFill rotWithShape="1">
          <a:blip r:embed="rId2">
            <a:alphaModFix/>
          </a:blip>
          <a:srcRect b="422" l="2124" r="323" t="0"/>
          <a:stretch/>
        </p:blipFill>
        <p:spPr>
          <a:xfrm>
            <a:off x="1524" y="1"/>
            <a:ext cx="1218895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5"/>
          <p:cNvSpPr txBox="1"/>
          <p:nvPr>
            <p:ph type="ctrTitle"/>
          </p:nvPr>
        </p:nvSpPr>
        <p:spPr>
          <a:xfrm>
            <a:off x="838200" y="533400"/>
            <a:ext cx="8458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subTitle"/>
          </p:nvPr>
        </p:nvSpPr>
        <p:spPr>
          <a:xfrm>
            <a:off x="838200" y="2438400"/>
            <a:ext cx="7086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 txBox="1"/>
          <p:nvPr>
            <p:ph type="title"/>
          </p:nvPr>
        </p:nvSpPr>
        <p:spPr>
          <a:xfrm>
            <a:off x="838200" y="365126"/>
            <a:ext cx="9829800" cy="10826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" type="body"/>
          </p:nvPr>
        </p:nvSpPr>
        <p:spPr>
          <a:xfrm>
            <a:off x="1524000" y="1828800"/>
            <a:ext cx="91440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1" type="ftr"/>
          </p:nvPr>
        </p:nvSpPr>
        <p:spPr>
          <a:xfrm>
            <a:off x="2209800" y="6416675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7010400" y="6416675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2" type="sldNum"/>
          </p:nvPr>
        </p:nvSpPr>
        <p:spPr>
          <a:xfrm>
            <a:off x="8610600" y="6416675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>
  <p:cSld name="Picture with Caption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7"/>
          <p:cNvSpPr/>
          <p:nvPr/>
        </p:nvSpPr>
        <p:spPr>
          <a:xfrm>
            <a:off x="804333" y="1695450"/>
            <a:ext cx="5596467" cy="3295650"/>
          </a:xfrm>
          <a:custGeom>
            <a:rect b="b" l="l" r="r" t="t"/>
            <a:pathLst>
              <a:path extrusionOk="0" h="986" w="1347">
                <a:moveTo>
                  <a:pt x="1279" y="919"/>
                </a:moveTo>
                <a:cubicBezTo>
                  <a:pt x="1211" y="986"/>
                  <a:pt x="121" y="974"/>
                  <a:pt x="65" y="919"/>
                </a:cubicBezTo>
                <a:cubicBezTo>
                  <a:pt x="9" y="863"/>
                  <a:pt x="0" y="128"/>
                  <a:pt x="65" y="64"/>
                </a:cubicBezTo>
                <a:cubicBezTo>
                  <a:pt x="130" y="0"/>
                  <a:pt x="1217" y="3"/>
                  <a:pt x="1279" y="64"/>
                </a:cubicBezTo>
                <a:cubicBezTo>
                  <a:pt x="1341" y="125"/>
                  <a:pt x="1347" y="852"/>
                  <a:pt x="1279" y="91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17500" rotWithShape="0" algn="tl" dir="2700000" dist="635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7"/>
          <p:cNvSpPr txBox="1"/>
          <p:nvPr>
            <p:ph type="title"/>
          </p:nvPr>
        </p:nvSpPr>
        <p:spPr>
          <a:xfrm>
            <a:off x="838200" y="365126"/>
            <a:ext cx="9829800" cy="10826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descr="An empty placeholder to add an image. Click on the placeholder and select the image that you wish to add" id="29" name="Google Shape;29;p17"/>
          <p:cNvSpPr/>
          <p:nvPr>
            <p:ph idx="2" type="pic"/>
          </p:nvPr>
        </p:nvSpPr>
        <p:spPr>
          <a:xfrm>
            <a:off x="1006022" y="1874520"/>
            <a:ext cx="5193089" cy="2937510"/>
          </a:xfrm>
          <a:prstGeom prst="rect">
            <a:avLst/>
          </a:prstGeom>
          <a:solidFill>
            <a:srgbClr val="D3E8F5"/>
          </a:solidFill>
          <a:ln>
            <a:noFill/>
          </a:ln>
        </p:spPr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7010400" y="2245995"/>
            <a:ext cx="36576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2209800" y="6416675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0" type="dt"/>
          </p:nvPr>
        </p:nvSpPr>
        <p:spPr>
          <a:xfrm>
            <a:off x="7010400" y="6416675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416675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Pictures with Captions" showMasterSp="0">
  <p:cSld name="Two Pictures with Captions">
    <p:bg>
      <p:bgPr>
        <a:solidFill>
          <a:schemeClr val="dk2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5" y="1716"/>
            <a:ext cx="12188952" cy="6856284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8"/>
          <p:cNvSpPr txBox="1"/>
          <p:nvPr>
            <p:ph type="title"/>
          </p:nvPr>
        </p:nvSpPr>
        <p:spPr>
          <a:xfrm>
            <a:off x="1028580" y="5791200"/>
            <a:ext cx="8115419" cy="7016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8"/>
          <p:cNvSpPr/>
          <p:nvPr/>
        </p:nvSpPr>
        <p:spPr>
          <a:xfrm>
            <a:off x="762000" y="933449"/>
            <a:ext cx="4114800" cy="4109465"/>
          </a:xfrm>
          <a:custGeom>
            <a:rect b="b" l="l" r="r" t="t"/>
            <a:pathLst>
              <a:path extrusionOk="0" h="1275" w="933">
                <a:moveTo>
                  <a:pt x="870" y="64"/>
                </a:moveTo>
                <a:cubicBezTo>
                  <a:pt x="933" y="128"/>
                  <a:pt x="922" y="1160"/>
                  <a:pt x="870" y="1213"/>
                </a:cubicBezTo>
                <a:cubicBezTo>
                  <a:pt x="817" y="1266"/>
                  <a:pt x="121" y="1275"/>
                  <a:pt x="61" y="1213"/>
                </a:cubicBezTo>
                <a:cubicBezTo>
                  <a:pt x="0" y="1151"/>
                  <a:pt x="3" y="123"/>
                  <a:pt x="61" y="64"/>
                </a:cubicBezTo>
                <a:cubicBezTo>
                  <a:pt x="118" y="5"/>
                  <a:pt x="806" y="0"/>
                  <a:pt x="870" y="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17500" rotWithShape="0" algn="tl" dir="2700000" dist="635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An empty placeholder to add an image. Click on the placeholder and select the image that you wish to add" id="38" name="Google Shape;38;p18"/>
          <p:cNvSpPr/>
          <p:nvPr>
            <p:ph idx="2" type="pic"/>
          </p:nvPr>
        </p:nvSpPr>
        <p:spPr>
          <a:xfrm>
            <a:off x="992435" y="1113022"/>
            <a:ext cx="3638453" cy="3750319"/>
          </a:xfrm>
          <a:prstGeom prst="rect">
            <a:avLst/>
          </a:prstGeom>
          <a:solidFill>
            <a:srgbClr val="D3E8F5"/>
          </a:solidFill>
          <a:ln>
            <a:noFill/>
          </a:ln>
        </p:spPr>
      </p:sp>
      <p:sp>
        <p:nvSpPr>
          <p:cNvPr id="39" name="Google Shape;39;p18"/>
          <p:cNvSpPr txBox="1"/>
          <p:nvPr>
            <p:ph idx="1" type="body"/>
          </p:nvPr>
        </p:nvSpPr>
        <p:spPr>
          <a:xfrm>
            <a:off x="1028581" y="5181600"/>
            <a:ext cx="35661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8"/>
          <p:cNvSpPr/>
          <p:nvPr/>
        </p:nvSpPr>
        <p:spPr>
          <a:xfrm>
            <a:off x="5300133" y="933449"/>
            <a:ext cx="4114800" cy="4109465"/>
          </a:xfrm>
          <a:custGeom>
            <a:rect b="b" l="l" r="r" t="t"/>
            <a:pathLst>
              <a:path extrusionOk="0" h="1275" w="933">
                <a:moveTo>
                  <a:pt x="870" y="64"/>
                </a:moveTo>
                <a:cubicBezTo>
                  <a:pt x="933" y="128"/>
                  <a:pt x="922" y="1160"/>
                  <a:pt x="870" y="1213"/>
                </a:cubicBezTo>
                <a:cubicBezTo>
                  <a:pt x="817" y="1266"/>
                  <a:pt x="121" y="1275"/>
                  <a:pt x="61" y="1213"/>
                </a:cubicBezTo>
                <a:cubicBezTo>
                  <a:pt x="0" y="1151"/>
                  <a:pt x="3" y="123"/>
                  <a:pt x="61" y="64"/>
                </a:cubicBezTo>
                <a:cubicBezTo>
                  <a:pt x="118" y="5"/>
                  <a:pt x="806" y="0"/>
                  <a:pt x="870" y="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17500" rotWithShape="0" algn="tl" dir="2700000" dist="635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An empty placeholder to add an image. Click on the placeholder and select the image that you wish to add" id="41" name="Google Shape;41;p18"/>
          <p:cNvSpPr/>
          <p:nvPr>
            <p:ph idx="3" type="pic"/>
          </p:nvPr>
        </p:nvSpPr>
        <p:spPr>
          <a:xfrm>
            <a:off x="5530568" y="1113022"/>
            <a:ext cx="3638453" cy="3750319"/>
          </a:xfrm>
          <a:prstGeom prst="rect">
            <a:avLst/>
          </a:prstGeom>
          <a:solidFill>
            <a:srgbClr val="D3E8F5"/>
          </a:solidFill>
          <a:ln>
            <a:noFill/>
          </a:ln>
        </p:spPr>
      </p:sp>
      <p:sp>
        <p:nvSpPr>
          <p:cNvPr id="42" name="Google Shape;42;p18"/>
          <p:cNvSpPr txBox="1"/>
          <p:nvPr>
            <p:ph idx="4" type="body"/>
          </p:nvPr>
        </p:nvSpPr>
        <p:spPr>
          <a:xfrm>
            <a:off x="5566714" y="5181600"/>
            <a:ext cx="3566160" cy="4937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9"/>
          <p:cNvSpPr txBox="1"/>
          <p:nvPr>
            <p:ph type="title"/>
          </p:nvPr>
        </p:nvSpPr>
        <p:spPr>
          <a:xfrm>
            <a:off x="838200" y="365126"/>
            <a:ext cx="9829800" cy="10826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1" type="body"/>
          </p:nvPr>
        </p:nvSpPr>
        <p:spPr>
          <a:xfrm>
            <a:off x="4724400" y="1828800"/>
            <a:ext cx="5943600" cy="347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302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75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4pPr>
            <a:lvl5pPr indent="-3175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indent="-355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46" name="Google Shape;46;p19"/>
          <p:cNvSpPr txBox="1"/>
          <p:nvPr>
            <p:ph idx="2" type="body"/>
          </p:nvPr>
        </p:nvSpPr>
        <p:spPr>
          <a:xfrm>
            <a:off x="1523999" y="1828800"/>
            <a:ext cx="2926080" cy="347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2209800" y="6416675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0" type="dt"/>
          </p:nvPr>
        </p:nvSpPr>
        <p:spPr>
          <a:xfrm>
            <a:off x="7010400" y="6416675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416675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dk2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20"/>
          <p:cNvPicPr preferRelativeResize="0"/>
          <p:nvPr/>
        </p:nvPicPr>
        <p:blipFill rotWithShape="1">
          <a:blip r:embed="rId2">
            <a:alphaModFix/>
          </a:blip>
          <a:srcRect b="0" l="434" r="0" t="422"/>
          <a:stretch/>
        </p:blipFill>
        <p:spPr>
          <a:xfrm>
            <a:off x="0" y="0"/>
            <a:ext cx="12188952" cy="6857176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20"/>
          <p:cNvSpPr txBox="1"/>
          <p:nvPr>
            <p:ph type="title"/>
          </p:nvPr>
        </p:nvSpPr>
        <p:spPr>
          <a:xfrm>
            <a:off x="3352800" y="533400"/>
            <a:ext cx="7315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" type="body"/>
          </p:nvPr>
        </p:nvSpPr>
        <p:spPr>
          <a:xfrm>
            <a:off x="3352800" y="2438400"/>
            <a:ext cx="5486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09090"/>
              </a:buClr>
              <a:buSzPts val="2000"/>
              <a:buNone/>
              <a:defRPr sz="2000">
                <a:solidFill>
                  <a:srgbClr val="909090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09090"/>
              </a:buClr>
              <a:buSzPts val="1800"/>
              <a:buNone/>
              <a:defRPr sz="1800">
                <a:solidFill>
                  <a:srgbClr val="909090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09090"/>
              </a:buClr>
              <a:buSzPts val="1600"/>
              <a:buNone/>
              <a:defRPr sz="1600">
                <a:solidFill>
                  <a:srgbClr val="909090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09090"/>
              </a:buClr>
              <a:buSzPts val="1600"/>
              <a:buNone/>
              <a:defRPr sz="1600">
                <a:solidFill>
                  <a:srgbClr val="909090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09090"/>
              </a:buClr>
              <a:buSzPts val="1600"/>
              <a:buNone/>
              <a:defRPr sz="1600">
                <a:solidFill>
                  <a:srgbClr val="909090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09090"/>
              </a:buClr>
              <a:buSzPts val="1600"/>
              <a:buNone/>
              <a:defRPr sz="1600">
                <a:solidFill>
                  <a:srgbClr val="909090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09090"/>
              </a:buClr>
              <a:buSzPts val="1600"/>
              <a:buNone/>
              <a:defRPr sz="1600">
                <a:solidFill>
                  <a:srgbClr val="909090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909090"/>
              </a:buClr>
              <a:buSzPts val="1600"/>
              <a:buNone/>
              <a:defRPr sz="1600">
                <a:solidFill>
                  <a:srgbClr val="909090"/>
                </a:solidFill>
              </a:defRPr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838200" y="365126"/>
            <a:ext cx="9829800" cy="10826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1524000" y="1825625"/>
            <a:ext cx="43891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6278880" y="1825625"/>
            <a:ext cx="43891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1" type="ftr"/>
          </p:nvPr>
        </p:nvSpPr>
        <p:spPr>
          <a:xfrm>
            <a:off x="2209800" y="6416675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0" type="dt"/>
          </p:nvPr>
        </p:nvSpPr>
        <p:spPr>
          <a:xfrm>
            <a:off x="7010400" y="6416675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8610600" y="6416675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838200" y="365126"/>
            <a:ext cx="9829800" cy="10826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 txBox="1"/>
          <p:nvPr>
            <p:ph idx="1" type="body"/>
          </p:nvPr>
        </p:nvSpPr>
        <p:spPr>
          <a:xfrm>
            <a:off x="1524000" y="1828799"/>
            <a:ext cx="4389120" cy="795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98C3A"/>
              </a:buClr>
              <a:buSzPts val="2400"/>
              <a:buNone/>
              <a:defRPr b="0" sz="2400">
                <a:solidFill>
                  <a:srgbClr val="398C3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4" name="Google Shape;64;p22"/>
          <p:cNvSpPr txBox="1"/>
          <p:nvPr>
            <p:ph idx="2" type="body"/>
          </p:nvPr>
        </p:nvSpPr>
        <p:spPr>
          <a:xfrm>
            <a:off x="1524000" y="2624666"/>
            <a:ext cx="4389120" cy="2675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3" type="body"/>
          </p:nvPr>
        </p:nvSpPr>
        <p:spPr>
          <a:xfrm>
            <a:off x="6278880" y="1828799"/>
            <a:ext cx="4389120" cy="7958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98C3A"/>
              </a:buClr>
              <a:buSzPts val="2400"/>
              <a:buNone/>
              <a:defRPr b="0" sz="2400">
                <a:solidFill>
                  <a:srgbClr val="398C3A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66" name="Google Shape;66;p22"/>
          <p:cNvSpPr txBox="1"/>
          <p:nvPr>
            <p:ph idx="4" type="body"/>
          </p:nvPr>
        </p:nvSpPr>
        <p:spPr>
          <a:xfrm>
            <a:off x="6278880" y="2624666"/>
            <a:ext cx="4389120" cy="26754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1" type="ftr"/>
          </p:nvPr>
        </p:nvSpPr>
        <p:spPr>
          <a:xfrm>
            <a:off x="2209800" y="6416675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2"/>
          <p:cNvSpPr txBox="1"/>
          <p:nvPr>
            <p:ph idx="10" type="dt"/>
          </p:nvPr>
        </p:nvSpPr>
        <p:spPr>
          <a:xfrm>
            <a:off x="7010400" y="6416675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2"/>
          <p:cNvSpPr txBox="1"/>
          <p:nvPr>
            <p:ph idx="12" type="sldNum"/>
          </p:nvPr>
        </p:nvSpPr>
        <p:spPr>
          <a:xfrm>
            <a:off x="8610600" y="6416675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3"/>
          <p:cNvSpPr txBox="1"/>
          <p:nvPr>
            <p:ph type="title"/>
          </p:nvPr>
        </p:nvSpPr>
        <p:spPr>
          <a:xfrm>
            <a:off x="838200" y="365126"/>
            <a:ext cx="9829800" cy="10826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2209800" y="6416675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0" type="dt"/>
          </p:nvPr>
        </p:nvSpPr>
        <p:spPr>
          <a:xfrm>
            <a:off x="7010400" y="6416675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2" type="sldNum"/>
          </p:nvPr>
        </p:nvSpPr>
        <p:spPr>
          <a:xfrm>
            <a:off x="8610600" y="6416675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4"/>
          <p:cNvSpPr txBox="1"/>
          <p:nvPr>
            <p:ph idx="11" type="ftr"/>
          </p:nvPr>
        </p:nvSpPr>
        <p:spPr>
          <a:xfrm>
            <a:off x="2209800" y="6416675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7010400" y="6416675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416675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ictures with Caption" showMasterSp="0">
  <p:cSld name="Three Pictures with Caption">
    <p:bg>
      <p:bgPr>
        <a:solidFill>
          <a:schemeClr val="dk2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2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855" y="1716"/>
            <a:ext cx="12188952" cy="6856284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25"/>
          <p:cNvSpPr txBox="1"/>
          <p:nvPr>
            <p:ph type="title"/>
          </p:nvPr>
        </p:nvSpPr>
        <p:spPr>
          <a:xfrm>
            <a:off x="1028580" y="5305424"/>
            <a:ext cx="8104083" cy="5799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/>
          <p:nvPr/>
        </p:nvSpPr>
        <p:spPr>
          <a:xfrm>
            <a:off x="762000" y="933449"/>
            <a:ext cx="5334000" cy="4109465"/>
          </a:xfrm>
          <a:custGeom>
            <a:rect b="b" l="l" r="r" t="t"/>
            <a:pathLst>
              <a:path extrusionOk="0" h="1275" w="933">
                <a:moveTo>
                  <a:pt x="870" y="64"/>
                </a:moveTo>
                <a:cubicBezTo>
                  <a:pt x="933" y="128"/>
                  <a:pt x="922" y="1160"/>
                  <a:pt x="870" y="1213"/>
                </a:cubicBezTo>
                <a:cubicBezTo>
                  <a:pt x="817" y="1266"/>
                  <a:pt x="121" y="1275"/>
                  <a:pt x="61" y="1213"/>
                </a:cubicBezTo>
                <a:cubicBezTo>
                  <a:pt x="0" y="1151"/>
                  <a:pt x="3" y="123"/>
                  <a:pt x="61" y="64"/>
                </a:cubicBezTo>
                <a:cubicBezTo>
                  <a:pt x="118" y="5"/>
                  <a:pt x="806" y="0"/>
                  <a:pt x="870" y="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17500" rotWithShape="0" algn="tl" dir="2700000" dist="635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An empty placeholder to add an image. Click on the placeholder and select the image that you wish to add" id="83" name="Google Shape;83;p25"/>
          <p:cNvSpPr/>
          <p:nvPr>
            <p:ph idx="2" type="pic"/>
          </p:nvPr>
        </p:nvSpPr>
        <p:spPr>
          <a:xfrm>
            <a:off x="991888" y="1113022"/>
            <a:ext cx="4874224" cy="3750319"/>
          </a:xfrm>
          <a:prstGeom prst="rect">
            <a:avLst/>
          </a:prstGeom>
          <a:solidFill>
            <a:srgbClr val="D3E8F5"/>
          </a:solidFill>
          <a:ln>
            <a:noFill/>
          </a:ln>
        </p:spPr>
      </p:sp>
      <p:sp>
        <p:nvSpPr>
          <p:cNvPr id="84" name="Google Shape;84;p25"/>
          <p:cNvSpPr/>
          <p:nvPr/>
        </p:nvSpPr>
        <p:spPr>
          <a:xfrm>
            <a:off x="6323873" y="967316"/>
            <a:ext cx="2990942" cy="1934384"/>
          </a:xfrm>
          <a:custGeom>
            <a:rect b="b" l="l" r="r" t="t"/>
            <a:pathLst>
              <a:path extrusionOk="0" h="1275" w="933">
                <a:moveTo>
                  <a:pt x="870" y="64"/>
                </a:moveTo>
                <a:cubicBezTo>
                  <a:pt x="933" y="128"/>
                  <a:pt x="922" y="1160"/>
                  <a:pt x="870" y="1213"/>
                </a:cubicBezTo>
                <a:cubicBezTo>
                  <a:pt x="817" y="1266"/>
                  <a:pt x="121" y="1275"/>
                  <a:pt x="61" y="1213"/>
                </a:cubicBezTo>
                <a:cubicBezTo>
                  <a:pt x="0" y="1151"/>
                  <a:pt x="3" y="123"/>
                  <a:pt x="61" y="64"/>
                </a:cubicBezTo>
                <a:cubicBezTo>
                  <a:pt x="118" y="5"/>
                  <a:pt x="806" y="0"/>
                  <a:pt x="870" y="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17500" rotWithShape="0" algn="tl" dir="2700000" dist="635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An empty placeholder to add an image. Click on the placeholder and select the image that you wish to add" id="85" name="Google Shape;85;p25"/>
          <p:cNvSpPr/>
          <p:nvPr>
            <p:ph idx="3" type="pic"/>
          </p:nvPr>
        </p:nvSpPr>
        <p:spPr>
          <a:xfrm>
            <a:off x="6506025" y="1109743"/>
            <a:ext cx="2626638" cy="1649530"/>
          </a:xfrm>
          <a:prstGeom prst="rect">
            <a:avLst/>
          </a:prstGeom>
          <a:solidFill>
            <a:srgbClr val="D3E8F5"/>
          </a:solidFill>
          <a:ln>
            <a:noFill/>
          </a:ln>
        </p:spPr>
      </p:sp>
      <p:sp>
        <p:nvSpPr>
          <p:cNvPr id="86" name="Google Shape;86;p25"/>
          <p:cNvSpPr/>
          <p:nvPr/>
        </p:nvSpPr>
        <p:spPr>
          <a:xfrm>
            <a:off x="6323873" y="3060954"/>
            <a:ext cx="2990942" cy="1934384"/>
          </a:xfrm>
          <a:custGeom>
            <a:rect b="b" l="l" r="r" t="t"/>
            <a:pathLst>
              <a:path extrusionOk="0" h="1275" w="933">
                <a:moveTo>
                  <a:pt x="870" y="64"/>
                </a:moveTo>
                <a:cubicBezTo>
                  <a:pt x="933" y="128"/>
                  <a:pt x="922" y="1160"/>
                  <a:pt x="870" y="1213"/>
                </a:cubicBezTo>
                <a:cubicBezTo>
                  <a:pt x="817" y="1266"/>
                  <a:pt x="121" y="1275"/>
                  <a:pt x="61" y="1213"/>
                </a:cubicBezTo>
                <a:cubicBezTo>
                  <a:pt x="0" y="1151"/>
                  <a:pt x="3" y="123"/>
                  <a:pt x="61" y="64"/>
                </a:cubicBezTo>
                <a:cubicBezTo>
                  <a:pt x="118" y="5"/>
                  <a:pt x="806" y="0"/>
                  <a:pt x="870" y="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17500" rotWithShape="0" algn="tl" dir="2700000" dist="635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An empty placeholder to add an image. Click on the placeholder and select the image that you wish to add" id="87" name="Google Shape;87;p25"/>
          <p:cNvSpPr/>
          <p:nvPr>
            <p:ph idx="4" type="pic"/>
          </p:nvPr>
        </p:nvSpPr>
        <p:spPr>
          <a:xfrm>
            <a:off x="6506025" y="3203381"/>
            <a:ext cx="2626638" cy="1649530"/>
          </a:xfrm>
          <a:prstGeom prst="rect">
            <a:avLst/>
          </a:prstGeom>
          <a:solidFill>
            <a:srgbClr val="D3E8F5"/>
          </a:solidFill>
          <a:ln>
            <a:noFill/>
          </a:ln>
        </p:spPr>
      </p:sp>
      <p:sp>
        <p:nvSpPr>
          <p:cNvPr id="88" name="Google Shape;88;p25"/>
          <p:cNvSpPr txBox="1"/>
          <p:nvPr>
            <p:ph idx="1" type="body"/>
          </p:nvPr>
        </p:nvSpPr>
        <p:spPr>
          <a:xfrm>
            <a:off x="1028581" y="5919255"/>
            <a:ext cx="8104082" cy="497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indent="-228600" lvl="2" marL="1371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indent="-228600" lvl="3" marL="18288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4pPr>
            <a:lvl5pPr indent="-228600" lvl="4" marL="22860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Pictures" showMasterSp="0">
  <p:cSld name="Five Pictures">
    <p:bg>
      <p:bgPr>
        <a:solidFill>
          <a:schemeClr val="dk2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63" y="283"/>
            <a:ext cx="12188952" cy="685971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26"/>
          <p:cNvSpPr txBox="1"/>
          <p:nvPr>
            <p:ph type="title"/>
          </p:nvPr>
        </p:nvSpPr>
        <p:spPr>
          <a:xfrm>
            <a:off x="9677400" y="365126"/>
            <a:ext cx="2133600" cy="15398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imes New Roman"/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6"/>
          <p:cNvSpPr/>
          <p:nvPr/>
        </p:nvSpPr>
        <p:spPr>
          <a:xfrm>
            <a:off x="4182533" y="265044"/>
            <a:ext cx="5232399" cy="3020023"/>
          </a:xfrm>
          <a:custGeom>
            <a:rect b="b" l="l" r="r" t="t"/>
            <a:pathLst>
              <a:path extrusionOk="0" h="1275" w="933">
                <a:moveTo>
                  <a:pt x="870" y="64"/>
                </a:moveTo>
                <a:cubicBezTo>
                  <a:pt x="933" y="128"/>
                  <a:pt x="922" y="1160"/>
                  <a:pt x="870" y="1213"/>
                </a:cubicBezTo>
                <a:cubicBezTo>
                  <a:pt x="817" y="1266"/>
                  <a:pt x="121" y="1275"/>
                  <a:pt x="61" y="1213"/>
                </a:cubicBezTo>
                <a:cubicBezTo>
                  <a:pt x="0" y="1151"/>
                  <a:pt x="3" y="123"/>
                  <a:pt x="61" y="64"/>
                </a:cubicBezTo>
                <a:cubicBezTo>
                  <a:pt x="118" y="5"/>
                  <a:pt x="806" y="0"/>
                  <a:pt x="870" y="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17500" rotWithShape="0" algn="tl" dir="2700000" dist="635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An empty placeholder to add an image. Click on the placeholder and select the image that you wish to add" id="93" name="Google Shape;93;p26"/>
          <p:cNvSpPr/>
          <p:nvPr>
            <p:ph idx="2" type="pic"/>
          </p:nvPr>
        </p:nvSpPr>
        <p:spPr>
          <a:xfrm>
            <a:off x="4424435" y="436315"/>
            <a:ext cx="4748594" cy="2677481"/>
          </a:xfrm>
          <a:prstGeom prst="rect">
            <a:avLst/>
          </a:prstGeom>
          <a:solidFill>
            <a:srgbClr val="D3E8F5"/>
          </a:solidFill>
          <a:ln>
            <a:noFill/>
          </a:ln>
        </p:spPr>
      </p:sp>
      <p:sp>
        <p:nvSpPr>
          <p:cNvPr id="94" name="Google Shape;94;p26"/>
          <p:cNvSpPr/>
          <p:nvPr/>
        </p:nvSpPr>
        <p:spPr>
          <a:xfrm>
            <a:off x="816188" y="384723"/>
            <a:ext cx="3146212" cy="1894677"/>
          </a:xfrm>
          <a:custGeom>
            <a:rect b="b" l="l" r="r" t="t"/>
            <a:pathLst>
              <a:path extrusionOk="0" h="1275" w="933">
                <a:moveTo>
                  <a:pt x="870" y="64"/>
                </a:moveTo>
                <a:cubicBezTo>
                  <a:pt x="933" y="128"/>
                  <a:pt x="922" y="1160"/>
                  <a:pt x="870" y="1213"/>
                </a:cubicBezTo>
                <a:cubicBezTo>
                  <a:pt x="817" y="1266"/>
                  <a:pt x="121" y="1275"/>
                  <a:pt x="61" y="1213"/>
                </a:cubicBezTo>
                <a:cubicBezTo>
                  <a:pt x="0" y="1151"/>
                  <a:pt x="3" y="123"/>
                  <a:pt x="61" y="64"/>
                </a:cubicBezTo>
                <a:cubicBezTo>
                  <a:pt x="118" y="5"/>
                  <a:pt x="806" y="0"/>
                  <a:pt x="870" y="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17500" rotWithShape="0" algn="tl" dir="2700000" dist="635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An empty placeholder to add an image. Click on the placeholder and select the image that you wish to add" id="95" name="Google Shape;95;p26"/>
          <p:cNvSpPr/>
          <p:nvPr>
            <p:ph idx="3" type="pic"/>
          </p:nvPr>
        </p:nvSpPr>
        <p:spPr>
          <a:xfrm>
            <a:off x="1013022" y="538232"/>
            <a:ext cx="2752545" cy="1587658"/>
          </a:xfrm>
          <a:prstGeom prst="rect">
            <a:avLst/>
          </a:prstGeom>
          <a:solidFill>
            <a:srgbClr val="D3E8F5"/>
          </a:solidFill>
          <a:ln>
            <a:noFill/>
          </a:ln>
        </p:spPr>
      </p:sp>
      <p:sp>
        <p:nvSpPr>
          <p:cNvPr id="96" name="Google Shape;96;p26"/>
          <p:cNvSpPr/>
          <p:nvPr/>
        </p:nvSpPr>
        <p:spPr>
          <a:xfrm>
            <a:off x="816188" y="2478361"/>
            <a:ext cx="3146212" cy="1894677"/>
          </a:xfrm>
          <a:custGeom>
            <a:rect b="b" l="l" r="r" t="t"/>
            <a:pathLst>
              <a:path extrusionOk="0" h="1275" w="933">
                <a:moveTo>
                  <a:pt x="870" y="64"/>
                </a:moveTo>
                <a:cubicBezTo>
                  <a:pt x="933" y="128"/>
                  <a:pt x="922" y="1160"/>
                  <a:pt x="870" y="1213"/>
                </a:cubicBezTo>
                <a:cubicBezTo>
                  <a:pt x="817" y="1266"/>
                  <a:pt x="121" y="1275"/>
                  <a:pt x="61" y="1213"/>
                </a:cubicBezTo>
                <a:cubicBezTo>
                  <a:pt x="0" y="1151"/>
                  <a:pt x="3" y="123"/>
                  <a:pt x="61" y="64"/>
                </a:cubicBezTo>
                <a:cubicBezTo>
                  <a:pt x="118" y="5"/>
                  <a:pt x="806" y="0"/>
                  <a:pt x="870" y="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17500" rotWithShape="0" algn="tl" dir="2700000" dist="635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An empty placeholder to add an image. Click on the placeholder and select the image that you wish to add" id="97" name="Google Shape;97;p26"/>
          <p:cNvSpPr/>
          <p:nvPr>
            <p:ph idx="4" type="pic"/>
          </p:nvPr>
        </p:nvSpPr>
        <p:spPr>
          <a:xfrm>
            <a:off x="1013022" y="2631870"/>
            <a:ext cx="2752545" cy="1587658"/>
          </a:xfrm>
          <a:prstGeom prst="rect">
            <a:avLst/>
          </a:prstGeom>
          <a:solidFill>
            <a:srgbClr val="D3E8F5"/>
          </a:solidFill>
          <a:ln>
            <a:noFill/>
          </a:ln>
        </p:spPr>
      </p:sp>
      <p:sp>
        <p:nvSpPr>
          <p:cNvPr id="98" name="Google Shape;98;p26"/>
          <p:cNvSpPr/>
          <p:nvPr/>
        </p:nvSpPr>
        <p:spPr>
          <a:xfrm>
            <a:off x="816188" y="4571999"/>
            <a:ext cx="3146212" cy="1894677"/>
          </a:xfrm>
          <a:custGeom>
            <a:rect b="b" l="l" r="r" t="t"/>
            <a:pathLst>
              <a:path extrusionOk="0" h="1275" w="933">
                <a:moveTo>
                  <a:pt x="870" y="64"/>
                </a:moveTo>
                <a:cubicBezTo>
                  <a:pt x="933" y="128"/>
                  <a:pt x="922" y="1160"/>
                  <a:pt x="870" y="1213"/>
                </a:cubicBezTo>
                <a:cubicBezTo>
                  <a:pt x="817" y="1266"/>
                  <a:pt x="121" y="1275"/>
                  <a:pt x="61" y="1213"/>
                </a:cubicBezTo>
                <a:cubicBezTo>
                  <a:pt x="0" y="1151"/>
                  <a:pt x="3" y="123"/>
                  <a:pt x="61" y="64"/>
                </a:cubicBezTo>
                <a:cubicBezTo>
                  <a:pt x="118" y="5"/>
                  <a:pt x="806" y="0"/>
                  <a:pt x="870" y="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17500" rotWithShape="0" algn="tl" dir="2700000" dist="635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An empty placeholder to add an image. Click on the placeholder and select the image that you wish to add" id="99" name="Google Shape;99;p26"/>
          <p:cNvSpPr/>
          <p:nvPr>
            <p:ph idx="5" type="pic"/>
          </p:nvPr>
        </p:nvSpPr>
        <p:spPr>
          <a:xfrm>
            <a:off x="1013022" y="4725508"/>
            <a:ext cx="2752545" cy="1587658"/>
          </a:xfrm>
          <a:prstGeom prst="rect">
            <a:avLst/>
          </a:prstGeom>
          <a:solidFill>
            <a:srgbClr val="D3E8F5"/>
          </a:solidFill>
          <a:ln>
            <a:noFill/>
          </a:ln>
        </p:spPr>
      </p:sp>
      <p:sp>
        <p:nvSpPr>
          <p:cNvPr id="100" name="Google Shape;100;p26"/>
          <p:cNvSpPr/>
          <p:nvPr/>
        </p:nvSpPr>
        <p:spPr>
          <a:xfrm>
            <a:off x="4182533" y="3448511"/>
            <a:ext cx="5232399" cy="3020023"/>
          </a:xfrm>
          <a:custGeom>
            <a:rect b="b" l="l" r="r" t="t"/>
            <a:pathLst>
              <a:path extrusionOk="0" h="1275" w="933">
                <a:moveTo>
                  <a:pt x="870" y="64"/>
                </a:moveTo>
                <a:cubicBezTo>
                  <a:pt x="933" y="128"/>
                  <a:pt x="922" y="1160"/>
                  <a:pt x="870" y="1213"/>
                </a:cubicBezTo>
                <a:cubicBezTo>
                  <a:pt x="817" y="1266"/>
                  <a:pt x="121" y="1275"/>
                  <a:pt x="61" y="1213"/>
                </a:cubicBezTo>
                <a:cubicBezTo>
                  <a:pt x="0" y="1151"/>
                  <a:pt x="3" y="123"/>
                  <a:pt x="61" y="64"/>
                </a:cubicBezTo>
                <a:cubicBezTo>
                  <a:pt x="118" y="5"/>
                  <a:pt x="806" y="0"/>
                  <a:pt x="870" y="6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317500" rotWithShape="0" algn="tl" dir="2700000" dist="63500">
              <a:srgbClr val="000000">
                <a:alpha val="30196"/>
              </a:srgbClr>
            </a:outerShdw>
          </a:effectLst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An empty placeholder to add an image. Click on the placeholder and select the image that you wish to add" id="101" name="Google Shape;101;p26"/>
          <p:cNvSpPr/>
          <p:nvPr>
            <p:ph idx="6" type="pic"/>
          </p:nvPr>
        </p:nvSpPr>
        <p:spPr>
          <a:xfrm>
            <a:off x="4424435" y="3619782"/>
            <a:ext cx="4748594" cy="2677481"/>
          </a:xfrm>
          <a:prstGeom prst="rect">
            <a:avLst/>
          </a:prstGeom>
          <a:solidFill>
            <a:srgbClr val="D3E8F5"/>
          </a:solidFill>
          <a:ln>
            <a:noFill/>
          </a:ln>
        </p:spPr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7"/>
          <p:cNvSpPr txBox="1"/>
          <p:nvPr>
            <p:ph type="title"/>
          </p:nvPr>
        </p:nvSpPr>
        <p:spPr>
          <a:xfrm>
            <a:off x="838200" y="365126"/>
            <a:ext cx="9829800" cy="10826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7"/>
          <p:cNvSpPr txBox="1"/>
          <p:nvPr>
            <p:ph idx="1" type="body"/>
          </p:nvPr>
        </p:nvSpPr>
        <p:spPr>
          <a:xfrm rot="5400000">
            <a:off x="4358640" y="-1005840"/>
            <a:ext cx="3474720" cy="914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5" name="Google Shape;105;p27"/>
          <p:cNvSpPr txBox="1"/>
          <p:nvPr>
            <p:ph idx="11" type="ftr"/>
          </p:nvPr>
        </p:nvSpPr>
        <p:spPr>
          <a:xfrm>
            <a:off x="2209800" y="6416675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7"/>
          <p:cNvSpPr txBox="1"/>
          <p:nvPr>
            <p:ph idx="10" type="dt"/>
          </p:nvPr>
        </p:nvSpPr>
        <p:spPr>
          <a:xfrm>
            <a:off x="7010400" y="6416675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7"/>
          <p:cNvSpPr txBox="1"/>
          <p:nvPr>
            <p:ph idx="12" type="sldNum"/>
          </p:nvPr>
        </p:nvSpPr>
        <p:spPr>
          <a:xfrm>
            <a:off x="8610600" y="6416675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8"/>
          <p:cNvSpPr txBox="1"/>
          <p:nvPr>
            <p:ph type="title"/>
          </p:nvPr>
        </p:nvSpPr>
        <p:spPr>
          <a:xfrm rot="5400000">
            <a:off x="7283450" y="1920875"/>
            <a:ext cx="4940300" cy="182879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8"/>
          <p:cNvSpPr txBox="1"/>
          <p:nvPr>
            <p:ph idx="1" type="body"/>
          </p:nvPr>
        </p:nvSpPr>
        <p:spPr>
          <a:xfrm rot="5400000">
            <a:off x="2482850" y="-593725"/>
            <a:ext cx="49403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28"/>
          <p:cNvSpPr txBox="1"/>
          <p:nvPr>
            <p:ph idx="11" type="ftr"/>
          </p:nvPr>
        </p:nvSpPr>
        <p:spPr>
          <a:xfrm>
            <a:off x="2209800" y="6416675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8"/>
          <p:cNvSpPr txBox="1"/>
          <p:nvPr>
            <p:ph idx="10" type="dt"/>
          </p:nvPr>
        </p:nvSpPr>
        <p:spPr>
          <a:xfrm>
            <a:off x="7010400" y="6416675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8"/>
          <p:cNvSpPr txBox="1"/>
          <p:nvPr>
            <p:ph idx="12" type="sldNum"/>
          </p:nvPr>
        </p:nvSpPr>
        <p:spPr>
          <a:xfrm>
            <a:off x="8610600" y="6416675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4"/>
          <p:cNvPicPr preferRelativeResize="0"/>
          <p:nvPr/>
        </p:nvPicPr>
        <p:blipFill rotWithShape="1">
          <a:blip r:embed="rId1">
            <a:alphaModFix/>
          </a:blip>
          <a:srcRect b="2999" l="525" r="525" t="511"/>
          <a:stretch/>
        </p:blipFill>
        <p:spPr>
          <a:xfrm>
            <a:off x="0" y="0"/>
            <a:ext cx="12188826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14"/>
          <p:cNvSpPr txBox="1"/>
          <p:nvPr>
            <p:ph type="title"/>
          </p:nvPr>
        </p:nvSpPr>
        <p:spPr>
          <a:xfrm>
            <a:off x="838200" y="365126"/>
            <a:ext cx="9829800" cy="10826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b="0" i="0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14"/>
          <p:cNvSpPr txBox="1"/>
          <p:nvPr>
            <p:ph idx="1" type="body"/>
          </p:nvPr>
        </p:nvSpPr>
        <p:spPr>
          <a:xfrm>
            <a:off x="1524000" y="1828800"/>
            <a:ext cx="91440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2209800" y="6416675"/>
            <a:ext cx="457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7010400" y="6416675"/>
            <a:ext cx="1371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14"/>
          <p:cNvSpPr txBox="1"/>
          <p:nvPr>
            <p:ph idx="12" type="sldNum"/>
          </p:nvPr>
        </p:nvSpPr>
        <p:spPr>
          <a:xfrm>
            <a:off x="8610600" y="6416675"/>
            <a:ext cx="83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www.youtube.com/watch?v=VSktHtMLP-Q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youtube.com/watch?v=VSktHtMLP-Q" TargetMode="External"/><Relationship Id="rId4" Type="http://schemas.openxmlformats.org/officeDocument/2006/relationships/hyperlink" Target="https://www.youtube.com/watch?v=teu7BCZTgDs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letsliveforjesus.github.io/bible/color-puzzle.html" TargetMode="External"/><Relationship Id="rId4" Type="http://schemas.openxmlformats.org/officeDocument/2006/relationships/hyperlink" Target="https://letsliveforjesus.github.io/bible/creation-dots.html" TargetMode="External"/><Relationship Id="rId5" Type="http://schemas.openxmlformats.org/officeDocument/2006/relationships/hyperlink" Target="https://letsliveforjesus.github.io/bible/creation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"/>
          <p:cNvSpPr txBox="1"/>
          <p:nvPr>
            <p:ph type="ctrTitle"/>
          </p:nvPr>
        </p:nvSpPr>
        <p:spPr>
          <a:xfrm>
            <a:off x="838200" y="533400"/>
            <a:ext cx="8458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b="1" lang="en-US"/>
              <a:t>God Creates the World and Man</a:t>
            </a:r>
            <a:endParaRPr/>
          </a:p>
        </p:txBody>
      </p:sp>
      <p:sp>
        <p:nvSpPr>
          <p:cNvPr id="119" name="Google Shape;119;p1"/>
          <p:cNvSpPr txBox="1"/>
          <p:nvPr>
            <p:ph idx="1" type="subTitle"/>
          </p:nvPr>
        </p:nvSpPr>
        <p:spPr>
          <a:xfrm>
            <a:off x="838200" y="2438400"/>
            <a:ext cx="10210800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Song: God is so good.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https://www.youtube.com/watch?v=VSktHtMLP-Q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Foundation Verse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ct val="100000"/>
              <a:buNone/>
            </a:pPr>
            <a:r>
              <a:rPr b="1" lang="en-US" sz="4100">
                <a:solidFill>
                  <a:srgbClr val="FF0000"/>
                </a:solidFill>
              </a:rPr>
              <a:t>In the beginning God created the heavens and the earth.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1900"/>
              <a:t>Genesis 1:1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h2a0f50ca8a7ecef9_0_6"/>
          <p:cNvSpPr txBox="1"/>
          <p:nvPr>
            <p:ph type="title"/>
          </p:nvPr>
        </p:nvSpPr>
        <p:spPr>
          <a:xfrm>
            <a:off x="838200" y="365126"/>
            <a:ext cx="9829800" cy="108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25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Today We Will Learn:</a:t>
            </a:r>
            <a:endParaRPr b="1" sz="250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h2a0f50ca8a7ecef9_0_6"/>
          <p:cNvSpPr txBox="1"/>
          <p:nvPr>
            <p:ph idx="1" type="body"/>
          </p:nvPr>
        </p:nvSpPr>
        <p:spPr>
          <a:xfrm>
            <a:off x="1524000" y="1359700"/>
            <a:ext cx="9144000" cy="394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45833"/>
              <a:buFont typeface="Arial"/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•</a:t>
            </a:r>
            <a:r>
              <a:rPr b="1" lang="en-US" sz="2885">
                <a:solidFill>
                  <a:schemeClr val="dk2"/>
                </a:solidFill>
              </a:rPr>
              <a:t>God created the world.</a:t>
            </a:r>
            <a:endParaRPr b="1" sz="2885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40119"/>
              <a:buFont typeface="Arial"/>
              <a:buNone/>
            </a:pPr>
            <a:r>
              <a:t/>
            </a:r>
            <a:endParaRPr b="1" sz="2742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40119"/>
              <a:buFont typeface="Arial"/>
              <a:buNone/>
            </a:pPr>
            <a:r>
              <a:rPr b="1" lang="en-US" sz="2742">
                <a:solidFill>
                  <a:schemeClr val="dk2"/>
                </a:solidFill>
              </a:rPr>
              <a:t>•</a:t>
            </a:r>
            <a:r>
              <a:rPr b="1" lang="en-US" sz="2885">
                <a:solidFill>
                  <a:schemeClr val="dk2"/>
                </a:solidFill>
              </a:rPr>
              <a:t>God created everything by His word.</a:t>
            </a:r>
            <a:endParaRPr b="1" sz="2885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40119"/>
              <a:buFont typeface="Arial"/>
              <a:buNone/>
            </a:pPr>
            <a:r>
              <a:t/>
            </a:r>
            <a:endParaRPr b="1" sz="2742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40119"/>
              <a:buFont typeface="Arial"/>
              <a:buNone/>
            </a:pPr>
            <a:r>
              <a:rPr b="1" lang="en-US" sz="2742">
                <a:solidFill>
                  <a:schemeClr val="dk2"/>
                </a:solidFill>
              </a:rPr>
              <a:t>•</a:t>
            </a:r>
            <a:r>
              <a:rPr b="1" lang="en-US" sz="2885">
                <a:solidFill>
                  <a:schemeClr val="dk2"/>
                </a:solidFill>
              </a:rPr>
              <a:t>God made people special.</a:t>
            </a:r>
            <a:endParaRPr b="1" sz="2885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40119"/>
              <a:buFont typeface="Arial"/>
              <a:buNone/>
            </a:pPr>
            <a:r>
              <a:t/>
            </a:r>
            <a:endParaRPr b="1" sz="2742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40119"/>
              <a:buFont typeface="Arial"/>
              <a:buNone/>
            </a:pPr>
            <a:r>
              <a:rPr b="1" lang="en-US" sz="2742">
                <a:solidFill>
                  <a:schemeClr val="dk2"/>
                </a:solidFill>
              </a:rPr>
              <a:t>•</a:t>
            </a:r>
            <a:r>
              <a:rPr b="1" lang="en-US" sz="2885">
                <a:solidFill>
                  <a:schemeClr val="dk2"/>
                </a:solidFill>
              </a:rPr>
              <a:t>God saw that His creation was good.</a:t>
            </a:r>
            <a:endParaRPr b="1" sz="2885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45833"/>
              <a:buFont typeface="Arial"/>
              <a:buNone/>
            </a:pPr>
            <a:r>
              <a:t/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45833"/>
              <a:buFont typeface="Arial"/>
              <a:buNone/>
            </a:pPr>
            <a:r>
              <a:rPr lang="en-US" sz="2400">
                <a:solidFill>
                  <a:schemeClr val="dk2"/>
                </a:solidFill>
              </a:rPr>
              <a:t>•Teacher note: Ask: “What are some things in God’s creation that you enjoy?”</a:t>
            </a:r>
            <a:endParaRPr sz="24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h2a0f50ca8a7ecef9_0_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8300" y="1515775"/>
            <a:ext cx="562200" cy="585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h2a0f50ca8a7ecef9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1309" y="2330875"/>
            <a:ext cx="1428750" cy="48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h2a0f50ca8a7ecef9_0_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51922" y="3067050"/>
            <a:ext cx="800100" cy="72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h2a0f50ca8a7ecef9_0_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25225" y="3673628"/>
            <a:ext cx="629000" cy="82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h2a0f50ca8a7ecef9_1_3"/>
          <p:cNvSpPr txBox="1"/>
          <p:nvPr>
            <p:ph type="title"/>
          </p:nvPr>
        </p:nvSpPr>
        <p:spPr>
          <a:xfrm>
            <a:off x="838200" y="365126"/>
            <a:ext cx="9829800" cy="108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Before the World Began</a:t>
            </a:r>
            <a:r>
              <a:rPr lang="en-US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37" name="Google Shape;137;h2a0f50ca8a7ecef9_1_3"/>
          <p:cNvSpPr txBox="1"/>
          <p:nvPr>
            <p:ph idx="1" type="body"/>
          </p:nvPr>
        </p:nvSpPr>
        <p:spPr>
          <a:xfrm>
            <a:off x="1439850" y="1593300"/>
            <a:ext cx="9676200" cy="3671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2"/>
                </a:solidFill>
              </a:rPr>
              <a:t>•Before there was the world, there was God.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2"/>
                </a:solidFill>
              </a:rPr>
              <a:t>•No sky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2"/>
                </a:solidFill>
              </a:rPr>
              <a:t>•No land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2"/>
                </a:solidFill>
              </a:rPr>
              <a:t>•No animals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2"/>
                </a:solidFill>
              </a:rPr>
              <a:t>•No people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chemeClr val="dk2"/>
                </a:solidFill>
              </a:rPr>
              <a:t>•Only God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2"/>
                </a:solidFill>
              </a:rPr>
              <a:t>•Key Truth: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1900">
                <a:solidFill>
                  <a:schemeClr val="dk2"/>
                </a:solidFill>
              </a:rPr>
              <a:t>•God has always existed.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8" name="Google Shape;138;h2a0f50ca8a7ecef9_1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1975" y="1760250"/>
            <a:ext cx="4650225" cy="301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h2a0f50ca8a7ecef9_1_12"/>
          <p:cNvSpPr txBox="1"/>
          <p:nvPr>
            <p:ph type="title"/>
          </p:nvPr>
        </p:nvSpPr>
        <p:spPr>
          <a:xfrm>
            <a:off x="838200" y="365126"/>
            <a:ext cx="9829800" cy="108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God Spoke</a:t>
            </a:r>
            <a:r>
              <a:rPr lang="en-US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45" name="Google Shape;145;h2a0f50ca8a7ecef9_1_12"/>
          <p:cNvSpPr txBox="1"/>
          <p:nvPr>
            <p:ph idx="1" type="body"/>
          </p:nvPr>
        </p:nvSpPr>
        <p:spPr>
          <a:xfrm>
            <a:off x="949250" y="1514525"/>
            <a:ext cx="9718800" cy="378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2"/>
                </a:solidFill>
              </a:rPr>
              <a:t>•</a:t>
            </a:r>
            <a:r>
              <a:rPr b="1" lang="en-US" sz="2821">
                <a:solidFill>
                  <a:schemeClr val="dk2"/>
                </a:solidFill>
              </a:rPr>
              <a:t>God spoke, and creation began.</a:t>
            </a:r>
            <a:endParaRPr b="1" sz="282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770"/>
              <a:buFont typeface="Arial"/>
              <a:buNone/>
            </a:pPr>
            <a:r>
              <a:t/>
            </a:r>
            <a:endParaRPr b="1" sz="1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821">
                <a:solidFill>
                  <a:schemeClr val="dk2"/>
                </a:solidFill>
              </a:rPr>
              <a:t>•God said, “Let there be light.”</a:t>
            </a:r>
            <a:endParaRPr b="1" sz="282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770"/>
              <a:buFont typeface="Arial"/>
              <a:buNone/>
            </a:pPr>
            <a:r>
              <a:t/>
            </a:r>
            <a:endParaRPr b="1" sz="15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821">
                <a:solidFill>
                  <a:schemeClr val="dk2"/>
                </a:solidFill>
              </a:rPr>
              <a:t>•Light came into the darkness.</a:t>
            </a:r>
            <a:endParaRPr b="1" sz="282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770"/>
              <a:buFont typeface="Arial"/>
              <a:buNone/>
            </a:pPr>
            <a:r>
              <a:t/>
            </a:r>
            <a:endParaRPr b="1" sz="15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821">
                <a:solidFill>
                  <a:schemeClr val="dk2"/>
                </a:solidFill>
              </a:rPr>
              <a:t>•God has power over all creation.</a:t>
            </a:r>
            <a:endParaRPr b="1" sz="282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38993"/>
              <a:buFont typeface="Arial"/>
              <a:buNone/>
            </a:pPr>
            <a:r>
              <a:t/>
            </a:r>
            <a:endParaRPr b="1" sz="2821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38993"/>
              <a:buFont typeface="Arial"/>
              <a:buNone/>
            </a:pPr>
            <a:r>
              <a:rPr b="1" lang="en-US" sz="2821">
                <a:solidFill>
                  <a:schemeClr val="dk2"/>
                </a:solidFill>
              </a:rPr>
              <a:t>•Key Verse:</a:t>
            </a:r>
            <a:endParaRPr b="1" sz="2821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38993"/>
              <a:buFont typeface="Arial"/>
              <a:buNone/>
            </a:pPr>
            <a:r>
              <a:rPr b="1" lang="en-US" sz="2821">
                <a:solidFill>
                  <a:schemeClr val="dk2"/>
                </a:solidFill>
              </a:rPr>
              <a:t>•</a:t>
            </a:r>
            <a:r>
              <a:rPr b="1" lang="en-US" sz="2821">
                <a:solidFill>
                  <a:srgbClr val="FF0000"/>
                </a:solidFill>
              </a:rPr>
              <a:t>In the beginning God created the heaven and the earth.</a:t>
            </a:r>
            <a:endParaRPr b="1" sz="2821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38993"/>
              <a:buFont typeface="Arial"/>
              <a:buNone/>
            </a:pPr>
            <a:r>
              <a:rPr b="1" lang="en-US" sz="2821">
                <a:solidFill>
                  <a:srgbClr val="FF0000"/>
                </a:solidFill>
              </a:rPr>
              <a:t>•Genesis 1:1</a:t>
            </a:r>
            <a:endParaRPr b="1" sz="2821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"/>
          <p:cNvSpPr txBox="1"/>
          <p:nvPr>
            <p:ph type="title"/>
          </p:nvPr>
        </p:nvSpPr>
        <p:spPr>
          <a:xfrm>
            <a:off x="838200" y="365126"/>
            <a:ext cx="9829800" cy="10826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 sz="4000"/>
              <a:t>Hook: Light switch</a:t>
            </a:r>
            <a:endParaRPr/>
          </a:p>
        </p:txBody>
      </p:sp>
      <p:sp>
        <p:nvSpPr>
          <p:cNvPr id="151" name="Google Shape;151;p2"/>
          <p:cNvSpPr txBox="1"/>
          <p:nvPr>
            <p:ph idx="1" type="body"/>
          </p:nvPr>
        </p:nvSpPr>
        <p:spPr>
          <a:xfrm>
            <a:off x="1524000" y="1828800"/>
            <a:ext cx="91440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sz="2800"/>
              <a:t>(Walk over to the light switch.)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sz="2800"/>
              <a:t>Turn on/off! Turn on/off! Turn on/off!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sz="2800"/>
              <a:t>I can’t just make the light go on/off by talking to it.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sz="2800"/>
              <a:t>My words are not strong.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sz="2800"/>
              <a:t>Would you like me to tell you about Someone whose words are very, very strong?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"/>
          <p:cNvSpPr txBox="1"/>
          <p:nvPr>
            <p:ph type="title"/>
          </p:nvPr>
        </p:nvSpPr>
        <p:spPr>
          <a:xfrm>
            <a:off x="838200" y="365126"/>
            <a:ext cx="9829800" cy="10826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rPr b="1" lang="en-US" sz="3600"/>
              <a:t>Look: Visual Lesson</a:t>
            </a:r>
            <a:endParaRPr/>
          </a:p>
        </p:txBody>
      </p:sp>
      <p:pic>
        <p:nvPicPr>
          <p:cNvPr id="157" name="Google Shape;15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68081" y="0"/>
            <a:ext cx="602391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"/>
          <p:cNvSpPr txBox="1"/>
          <p:nvPr>
            <p:ph idx="1" type="body"/>
          </p:nvPr>
        </p:nvSpPr>
        <p:spPr>
          <a:xfrm>
            <a:off x="838200" y="1752600"/>
            <a:ext cx="91440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(Show the Coloring Book)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Here is a picture of some of the things God </a:t>
            </a:r>
            <a:r>
              <a:rPr b="1" lang="en-US">
                <a:solidFill>
                  <a:schemeClr val="lt1"/>
                </a:solidFill>
              </a:rPr>
              <a:t>made.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What do you see in the picture?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(As children mention each item, ask...) Is the </a:t>
            </a:r>
            <a:r>
              <a:rPr b="1" lang="en-US">
                <a:solidFill>
                  <a:schemeClr val="lt1"/>
                </a:solidFill>
              </a:rPr>
              <a:t>item good?</a:t>
            </a:r>
            <a:r>
              <a:rPr b="1" lang="en-US"/>
              <a:t>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Everything God made is good.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God makes good things because God is good.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Our good God made good [item]. Our good God </a:t>
            </a:r>
            <a:r>
              <a:rPr b="1" lang="en-US">
                <a:solidFill>
                  <a:schemeClr val="lt1"/>
                </a:solidFill>
              </a:rPr>
              <a:t>made good [item]...God is </a:t>
            </a:r>
            <a:r>
              <a:rPr b="1" lang="en-US"/>
              <a:t>good!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God is very happy about all the good things </a:t>
            </a:r>
            <a:r>
              <a:rPr b="1" lang="en-US">
                <a:solidFill>
                  <a:schemeClr val="lt1"/>
                </a:solidFill>
              </a:rPr>
              <a:t>He made.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b="1" lang="en-US">
                <a:solidFill>
                  <a:schemeClr val="lt1"/>
                </a:solidFill>
              </a:rPr>
              <a:t>Let’s </a:t>
            </a:r>
            <a:r>
              <a:rPr b="1" lang="en-US"/>
              <a:t>sing about how good God is!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lt1"/>
              </a:buClr>
              <a:buSzPct val="100000"/>
              <a:buChar char="•"/>
            </a:pPr>
            <a:r>
              <a:rPr b="1" lang="en-US">
                <a:solidFill>
                  <a:schemeClr val="lt1"/>
                </a:solidFill>
              </a:rPr>
              <a:t>(Sin</a:t>
            </a:r>
            <a:r>
              <a:rPr b="1" lang="en-US">
                <a:solidFill>
                  <a:schemeClr val="dk2"/>
                </a:solidFill>
              </a:rPr>
              <a:t>g</a:t>
            </a:r>
            <a:r>
              <a:rPr b="1" lang="en-US">
                <a:solidFill>
                  <a:schemeClr val="lt1"/>
                </a:solidFill>
              </a:rPr>
              <a:t> </a:t>
            </a:r>
            <a:r>
              <a:rPr b="1" lang="en-US"/>
              <a:t>the song “God Is So Good.”)</a:t>
            </a:r>
            <a:endParaRPr/>
          </a:p>
          <a:p>
            <a:pPr indent="-111125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4"/>
          <p:cNvSpPr txBox="1"/>
          <p:nvPr>
            <p:ph type="title"/>
          </p:nvPr>
        </p:nvSpPr>
        <p:spPr>
          <a:xfrm>
            <a:off x="838200" y="365126"/>
            <a:ext cx="9829800" cy="10826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b="1" lang="en-US" sz="4800"/>
              <a:t>God Creates the World and Man</a:t>
            </a:r>
            <a:endParaRPr sz="4800"/>
          </a:p>
        </p:txBody>
      </p:sp>
      <p:sp>
        <p:nvSpPr>
          <p:cNvPr id="164" name="Google Shape;164;p4"/>
          <p:cNvSpPr txBox="1"/>
          <p:nvPr>
            <p:ph idx="1" type="body"/>
          </p:nvPr>
        </p:nvSpPr>
        <p:spPr>
          <a:xfrm>
            <a:off x="990600" y="1752600"/>
            <a:ext cx="914400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None/>
            </a:pPr>
            <a:r>
              <a:rPr b="1" lang="en-US" sz="4400">
                <a:solidFill>
                  <a:srgbClr val="FF0000"/>
                </a:solidFill>
              </a:rPr>
              <a:t>Verse: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rgbClr val="FF0000"/>
              </a:buClr>
              <a:buSzPts val="4400"/>
              <a:buNone/>
            </a:pPr>
            <a:r>
              <a:rPr b="1" lang="en-US" sz="4400">
                <a:solidFill>
                  <a:srgbClr val="FF0000"/>
                </a:solidFill>
              </a:rPr>
              <a:t>In the beginning God created the heavens and the earth.</a:t>
            </a:r>
            <a:endParaRPr/>
          </a:p>
          <a:p>
            <a:pPr indent="0" lvl="0" marL="0" rtl="0" algn="r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Genesis 1:1</a:t>
            </a:r>
            <a:endParaRPr b="1" sz="2400"/>
          </a:p>
          <a:p>
            <a:pPr indent="-101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Song: </a:t>
            </a:r>
            <a:r>
              <a:rPr lang="en-US" sz="12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https://www.youtube.com/watch?v=VSktHtMLP-Q</a:t>
            </a:r>
            <a:endParaRPr sz="1100">
              <a:solidFill>
                <a:schemeClr val="dk2"/>
              </a:solidFill>
            </a:endParaRPr>
          </a:p>
          <a:p>
            <a:pPr indent="-101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Video: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https://www.youtube.com/watch?v=teu7BCZTgDs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5"/>
          <p:cNvSpPr txBox="1"/>
          <p:nvPr>
            <p:ph type="title"/>
          </p:nvPr>
        </p:nvSpPr>
        <p:spPr>
          <a:xfrm>
            <a:off x="838200" y="365126"/>
            <a:ext cx="9829800" cy="10826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b="1" lang="en-US" sz="4000"/>
              <a:t>God Creates the World and Man</a:t>
            </a:r>
            <a:endParaRPr/>
          </a:p>
        </p:txBody>
      </p:sp>
      <p:sp>
        <p:nvSpPr>
          <p:cNvPr id="171" name="Google Shape;171;p5"/>
          <p:cNvSpPr txBox="1"/>
          <p:nvPr>
            <p:ph idx="1" type="body"/>
          </p:nvPr>
        </p:nvSpPr>
        <p:spPr>
          <a:xfrm>
            <a:off x="6199111" y="1524000"/>
            <a:ext cx="5688089" cy="39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/>
              <a:t>Before there was the world, there was God.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/>
              <a:t>God created (made) the world from nothing just by speaking.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/>
              <a:t>Everything that God created is good.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/>
              <a:t>God’s most special creation is man and woman (male and female), whom He created different than the rest of creation. 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/>
              <a:t>God created people to know Him in a special way.</a:t>
            </a:r>
            <a:endParaRPr/>
          </a:p>
          <a:p>
            <a:pPr indent="-285750" lvl="0" marL="2857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n-US"/>
              <a:t>On the seventh day God rested—His work of creation was done.</a:t>
            </a:r>
            <a:endParaRPr/>
          </a:p>
          <a:p>
            <a:pPr indent="-171450" lvl="0" marL="2857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id="172" name="Google Shape;172;p5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8664" l="0" r="0" t="18664"/>
          <a:stretch/>
        </p:blipFill>
        <p:spPr>
          <a:xfrm>
            <a:off x="1006022" y="1874520"/>
            <a:ext cx="5193089" cy="2937510"/>
          </a:xfrm>
          <a:prstGeom prst="rect">
            <a:avLst/>
          </a:prstGeom>
          <a:solidFill>
            <a:srgbClr val="D3E8F5"/>
          </a:solidFill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 txBox="1"/>
          <p:nvPr>
            <p:ph type="title"/>
          </p:nvPr>
        </p:nvSpPr>
        <p:spPr>
          <a:xfrm>
            <a:off x="3994838" y="144766"/>
            <a:ext cx="3352801" cy="762000"/>
          </a:xfrm>
          <a:prstGeom prst="rect">
            <a:avLst/>
          </a:prstGeom>
          <a:solidFill>
            <a:srgbClr val="E07161"/>
          </a:solidFill>
          <a:ln cap="flat" cmpd="sng" w="9525">
            <a:solidFill>
              <a:srgbClr val="EDE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CCCCCC"/>
                </a:solidFill>
              </a:rPr>
              <a:t>God Created on</a:t>
            </a:r>
            <a:endParaRPr/>
          </a:p>
        </p:txBody>
      </p:sp>
      <p:pic>
        <p:nvPicPr>
          <p:cNvPr id="179" name="Google Shape;179;p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17" r="117" t="0"/>
          <a:stretch/>
        </p:blipFill>
        <p:spPr>
          <a:xfrm>
            <a:off x="5867400" y="1715286"/>
            <a:ext cx="2960478" cy="3052185"/>
          </a:xfrm>
          <a:prstGeom prst="rect">
            <a:avLst/>
          </a:prstGeom>
          <a:solidFill>
            <a:srgbClr val="D3E8F5"/>
          </a:solidFill>
          <a:ln>
            <a:noFill/>
          </a:ln>
        </p:spPr>
      </p:pic>
      <p:sp>
        <p:nvSpPr>
          <p:cNvPr id="180" name="Google Shape;180;p6"/>
          <p:cNvSpPr txBox="1"/>
          <p:nvPr/>
        </p:nvSpPr>
        <p:spPr>
          <a:xfrm>
            <a:off x="6200637" y="886888"/>
            <a:ext cx="281939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LIGHT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"/>
          <p:cNvSpPr txBox="1"/>
          <p:nvPr/>
        </p:nvSpPr>
        <p:spPr>
          <a:xfrm>
            <a:off x="1066800" y="1371600"/>
            <a:ext cx="3471761" cy="3276600"/>
          </a:xfrm>
          <a:prstGeom prst="rect">
            <a:avLst/>
          </a:prstGeom>
          <a:gradFill>
            <a:gsLst>
              <a:gs pos="0">
                <a:srgbClr val="F2B54B"/>
              </a:gs>
              <a:gs pos="50000">
                <a:srgbClr val="F8B011"/>
              </a:gs>
              <a:gs pos="100000">
                <a:srgbClr val="E3A003"/>
              </a:gs>
            </a:gsLst>
            <a:lin ang="5400000" scaled="0"/>
          </a:gradFill>
          <a:ln cap="flat" cmpd="sng" w="952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6"/>
          <p:cNvSpPr txBox="1"/>
          <p:nvPr/>
        </p:nvSpPr>
        <p:spPr>
          <a:xfrm>
            <a:off x="1066800" y="2505670"/>
            <a:ext cx="347176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DAY 1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"/>
          <p:cNvSpPr txBox="1"/>
          <p:nvPr>
            <p:ph type="title"/>
          </p:nvPr>
        </p:nvSpPr>
        <p:spPr>
          <a:xfrm>
            <a:off x="3994838" y="144766"/>
            <a:ext cx="3352801" cy="762000"/>
          </a:xfrm>
          <a:prstGeom prst="rect">
            <a:avLst/>
          </a:prstGeom>
          <a:solidFill>
            <a:srgbClr val="FFFF99"/>
          </a:solidFill>
          <a:ln cap="flat" cmpd="sng" w="9525">
            <a:solidFill>
              <a:srgbClr val="EDE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000000"/>
                </a:solidFill>
              </a:rPr>
              <a:t>God Created 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89" name="Google Shape;189;p7"/>
          <p:cNvSpPr txBox="1"/>
          <p:nvPr/>
        </p:nvSpPr>
        <p:spPr>
          <a:xfrm>
            <a:off x="1066800" y="1371600"/>
            <a:ext cx="3471761" cy="3276600"/>
          </a:xfrm>
          <a:prstGeom prst="rect">
            <a:avLst/>
          </a:prstGeom>
          <a:gradFill>
            <a:gsLst>
              <a:gs pos="0">
                <a:srgbClr val="F2B54B"/>
              </a:gs>
              <a:gs pos="50000">
                <a:srgbClr val="F8B011"/>
              </a:gs>
              <a:gs pos="100000">
                <a:srgbClr val="E3A003"/>
              </a:gs>
            </a:gsLst>
            <a:lin ang="5400000" scaled="0"/>
          </a:gradFill>
          <a:ln cap="flat" cmpd="sng" w="952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7"/>
          <p:cNvSpPr txBox="1"/>
          <p:nvPr/>
        </p:nvSpPr>
        <p:spPr>
          <a:xfrm>
            <a:off x="1066800" y="2505670"/>
            <a:ext cx="347176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DAY 2</a:t>
            </a:r>
            <a:endParaRPr/>
          </a:p>
        </p:txBody>
      </p:sp>
      <p:pic>
        <p:nvPicPr>
          <p:cNvPr id="191" name="Google Shape;191;p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10061" r="10061" t="0"/>
          <a:stretch/>
        </p:blipFill>
        <p:spPr>
          <a:xfrm>
            <a:off x="5943600" y="1652622"/>
            <a:ext cx="2996490" cy="3089354"/>
          </a:xfrm>
          <a:prstGeom prst="rect">
            <a:avLst/>
          </a:prstGeom>
          <a:solidFill>
            <a:srgbClr val="D3E8F5"/>
          </a:solidFill>
          <a:ln>
            <a:noFill/>
          </a:ln>
        </p:spPr>
      </p:pic>
      <p:sp>
        <p:nvSpPr>
          <p:cNvPr id="192" name="Google Shape;192;p7"/>
          <p:cNvSpPr txBox="1"/>
          <p:nvPr/>
        </p:nvSpPr>
        <p:spPr>
          <a:xfrm>
            <a:off x="6781800" y="906766"/>
            <a:ext cx="281939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SKY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"/>
          <p:cNvSpPr txBox="1"/>
          <p:nvPr>
            <p:ph type="title"/>
          </p:nvPr>
        </p:nvSpPr>
        <p:spPr>
          <a:xfrm>
            <a:off x="3994838" y="144766"/>
            <a:ext cx="3352801" cy="762000"/>
          </a:xfrm>
          <a:prstGeom prst="rect">
            <a:avLst/>
          </a:prstGeom>
          <a:solidFill>
            <a:srgbClr val="AAD1EB"/>
          </a:solidFill>
          <a:ln cap="flat" cmpd="sng" w="9525">
            <a:solidFill>
              <a:srgbClr val="EDE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000000"/>
                </a:solidFill>
              </a:rPr>
              <a:t>God Created 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99" name="Google Shape;199;p8"/>
          <p:cNvSpPr txBox="1"/>
          <p:nvPr/>
        </p:nvSpPr>
        <p:spPr>
          <a:xfrm>
            <a:off x="1066800" y="1371600"/>
            <a:ext cx="3471761" cy="3276600"/>
          </a:xfrm>
          <a:prstGeom prst="rect">
            <a:avLst/>
          </a:prstGeom>
          <a:gradFill>
            <a:gsLst>
              <a:gs pos="0">
                <a:srgbClr val="F2B54B"/>
              </a:gs>
              <a:gs pos="50000">
                <a:srgbClr val="F8B011"/>
              </a:gs>
              <a:gs pos="100000">
                <a:srgbClr val="E3A003"/>
              </a:gs>
            </a:gsLst>
            <a:lin ang="5400000" scaled="0"/>
          </a:gradFill>
          <a:ln cap="flat" cmpd="sng" w="952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8"/>
          <p:cNvSpPr txBox="1"/>
          <p:nvPr/>
        </p:nvSpPr>
        <p:spPr>
          <a:xfrm>
            <a:off x="1066800" y="2505670"/>
            <a:ext cx="347176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DAY 3 </a:t>
            </a:r>
            <a:endParaRPr/>
          </a:p>
        </p:txBody>
      </p:sp>
      <p:pic>
        <p:nvPicPr>
          <p:cNvPr id="201" name="Google Shape;201;p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7761" r="7761" t="0"/>
          <a:stretch/>
        </p:blipFill>
        <p:spPr>
          <a:xfrm>
            <a:off x="6105939" y="2018053"/>
            <a:ext cx="2514601" cy="2591400"/>
          </a:xfrm>
          <a:prstGeom prst="rect">
            <a:avLst/>
          </a:prstGeom>
          <a:solidFill>
            <a:srgbClr val="D3E8F5"/>
          </a:solidFill>
          <a:ln>
            <a:noFill/>
          </a:ln>
        </p:spPr>
      </p:pic>
      <p:sp>
        <p:nvSpPr>
          <p:cNvPr id="202" name="Google Shape;202;p8"/>
          <p:cNvSpPr txBox="1"/>
          <p:nvPr/>
        </p:nvSpPr>
        <p:spPr>
          <a:xfrm>
            <a:off x="6553200" y="1118297"/>
            <a:ext cx="281939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Trees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"/>
          <p:cNvSpPr txBox="1"/>
          <p:nvPr>
            <p:ph type="title"/>
          </p:nvPr>
        </p:nvSpPr>
        <p:spPr>
          <a:xfrm>
            <a:off x="3994838" y="144766"/>
            <a:ext cx="3352801" cy="762000"/>
          </a:xfrm>
          <a:prstGeom prst="rect">
            <a:avLst/>
          </a:prstGeom>
          <a:solidFill>
            <a:schemeClr val="accent6"/>
          </a:solidFill>
          <a:ln cap="flat" cmpd="sng" w="9525">
            <a:solidFill>
              <a:srgbClr val="EDE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CCCCCC"/>
                </a:solidFill>
              </a:rPr>
              <a:t>God Created on</a:t>
            </a:r>
            <a:endParaRPr/>
          </a:p>
        </p:txBody>
      </p:sp>
      <p:sp>
        <p:nvSpPr>
          <p:cNvPr id="209" name="Google Shape;209;p9"/>
          <p:cNvSpPr txBox="1"/>
          <p:nvPr/>
        </p:nvSpPr>
        <p:spPr>
          <a:xfrm>
            <a:off x="1066800" y="1371600"/>
            <a:ext cx="3471761" cy="3276600"/>
          </a:xfrm>
          <a:prstGeom prst="rect">
            <a:avLst/>
          </a:prstGeom>
          <a:gradFill>
            <a:gsLst>
              <a:gs pos="0">
                <a:srgbClr val="F2B54B"/>
              </a:gs>
              <a:gs pos="50000">
                <a:srgbClr val="F8B011"/>
              </a:gs>
              <a:gs pos="100000">
                <a:srgbClr val="E3A003"/>
              </a:gs>
            </a:gsLst>
            <a:lin ang="5400000" scaled="0"/>
          </a:gradFill>
          <a:ln cap="flat" cmpd="sng" w="952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9"/>
          <p:cNvSpPr txBox="1"/>
          <p:nvPr/>
        </p:nvSpPr>
        <p:spPr>
          <a:xfrm>
            <a:off x="1066800" y="2505670"/>
            <a:ext cx="347176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DAY 4</a:t>
            </a:r>
            <a:endParaRPr/>
          </a:p>
        </p:txBody>
      </p:sp>
      <p:pic>
        <p:nvPicPr>
          <p:cNvPr id="211" name="Google Shape;211;p9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5582" r="5582" t="0"/>
          <a:stretch/>
        </p:blipFill>
        <p:spPr>
          <a:xfrm>
            <a:off x="6074065" y="1927688"/>
            <a:ext cx="2547147" cy="2624939"/>
          </a:xfrm>
          <a:prstGeom prst="rect">
            <a:avLst/>
          </a:prstGeom>
          <a:solidFill>
            <a:srgbClr val="D3E8F5"/>
          </a:solidFill>
          <a:ln>
            <a:noFill/>
          </a:ln>
        </p:spPr>
      </p:pic>
      <p:sp>
        <p:nvSpPr>
          <p:cNvPr id="212" name="Google Shape;212;p9"/>
          <p:cNvSpPr txBox="1"/>
          <p:nvPr/>
        </p:nvSpPr>
        <p:spPr>
          <a:xfrm>
            <a:off x="6132443" y="1218841"/>
            <a:ext cx="2819398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SUN, Moon, Stars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"/>
          <p:cNvSpPr txBox="1"/>
          <p:nvPr>
            <p:ph type="title"/>
          </p:nvPr>
        </p:nvSpPr>
        <p:spPr>
          <a:xfrm>
            <a:off x="3994838" y="144766"/>
            <a:ext cx="3352801" cy="762000"/>
          </a:xfrm>
          <a:prstGeom prst="rect">
            <a:avLst/>
          </a:prstGeom>
          <a:solidFill>
            <a:srgbClr val="F5CEC9"/>
          </a:solidFill>
          <a:ln cap="flat" cmpd="sng" w="9525">
            <a:solidFill>
              <a:srgbClr val="EDE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000000"/>
                </a:solidFill>
              </a:rPr>
              <a:t>God Created 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19" name="Google Shape;219;p10"/>
          <p:cNvSpPr txBox="1"/>
          <p:nvPr/>
        </p:nvSpPr>
        <p:spPr>
          <a:xfrm>
            <a:off x="1066800" y="1371600"/>
            <a:ext cx="3471761" cy="3276600"/>
          </a:xfrm>
          <a:prstGeom prst="rect">
            <a:avLst/>
          </a:prstGeom>
          <a:gradFill>
            <a:gsLst>
              <a:gs pos="0">
                <a:srgbClr val="F2B54B"/>
              </a:gs>
              <a:gs pos="50000">
                <a:srgbClr val="F8B011"/>
              </a:gs>
              <a:gs pos="100000">
                <a:srgbClr val="E3A003"/>
              </a:gs>
            </a:gsLst>
            <a:lin ang="5400000" scaled="0"/>
          </a:gradFill>
          <a:ln cap="flat" cmpd="sng" w="952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10"/>
          <p:cNvSpPr txBox="1"/>
          <p:nvPr/>
        </p:nvSpPr>
        <p:spPr>
          <a:xfrm>
            <a:off x="1066800" y="2505670"/>
            <a:ext cx="347176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DAY 5 </a:t>
            </a:r>
            <a:endParaRPr/>
          </a:p>
        </p:txBody>
      </p:sp>
      <p:pic>
        <p:nvPicPr>
          <p:cNvPr id="221" name="Google Shape;221;p1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9972" r="9972" t="0"/>
          <a:stretch/>
        </p:blipFill>
        <p:spPr>
          <a:xfrm>
            <a:off x="6324600" y="1978562"/>
            <a:ext cx="2329551" cy="2400697"/>
          </a:xfrm>
          <a:prstGeom prst="rect">
            <a:avLst/>
          </a:prstGeom>
          <a:solidFill>
            <a:srgbClr val="D3E8F5"/>
          </a:solidFill>
          <a:ln>
            <a:noFill/>
          </a:ln>
        </p:spPr>
      </p:pic>
      <p:sp>
        <p:nvSpPr>
          <p:cNvPr id="222" name="Google Shape;222;p10"/>
          <p:cNvSpPr txBox="1"/>
          <p:nvPr/>
        </p:nvSpPr>
        <p:spPr>
          <a:xfrm>
            <a:off x="6109252" y="1238888"/>
            <a:ext cx="2819398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Fish &amp; Birds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1"/>
          <p:cNvSpPr txBox="1"/>
          <p:nvPr>
            <p:ph type="title"/>
          </p:nvPr>
        </p:nvSpPr>
        <p:spPr>
          <a:xfrm>
            <a:off x="3994838" y="144766"/>
            <a:ext cx="3352801" cy="762000"/>
          </a:xfrm>
          <a:prstGeom prst="rect">
            <a:avLst/>
          </a:prstGeom>
          <a:solidFill>
            <a:srgbClr val="AAD1EB"/>
          </a:solidFill>
          <a:ln cap="flat" cmpd="sng" w="9525">
            <a:solidFill>
              <a:srgbClr val="EDE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000000"/>
                </a:solidFill>
              </a:rPr>
              <a:t>God Created 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29" name="Google Shape;229;p11"/>
          <p:cNvSpPr txBox="1"/>
          <p:nvPr/>
        </p:nvSpPr>
        <p:spPr>
          <a:xfrm>
            <a:off x="1066800" y="1371600"/>
            <a:ext cx="3471761" cy="3276600"/>
          </a:xfrm>
          <a:prstGeom prst="rect">
            <a:avLst/>
          </a:prstGeom>
          <a:gradFill>
            <a:gsLst>
              <a:gs pos="0">
                <a:srgbClr val="F2B54B"/>
              </a:gs>
              <a:gs pos="50000">
                <a:srgbClr val="F8B011"/>
              </a:gs>
              <a:gs pos="100000">
                <a:srgbClr val="E3A003"/>
              </a:gs>
            </a:gsLst>
            <a:lin ang="5400000" scaled="0"/>
          </a:gradFill>
          <a:ln cap="flat" cmpd="sng" w="952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1"/>
          <p:cNvSpPr txBox="1"/>
          <p:nvPr/>
        </p:nvSpPr>
        <p:spPr>
          <a:xfrm>
            <a:off x="1066800" y="2505670"/>
            <a:ext cx="347176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DAY 6 </a:t>
            </a:r>
            <a:endParaRPr/>
          </a:p>
        </p:txBody>
      </p:sp>
      <p:pic>
        <p:nvPicPr>
          <p:cNvPr id="231" name="Google Shape;231;p1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7153" r="7153" t="0"/>
          <a:stretch/>
        </p:blipFill>
        <p:spPr>
          <a:xfrm>
            <a:off x="6248400" y="1955371"/>
            <a:ext cx="2440747" cy="2515289"/>
          </a:xfrm>
          <a:prstGeom prst="rect">
            <a:avLst/>
          </a:prstGeom>
          <a:solidFill>
            <a:srgbClr val="D3E8F5"/>
          </a:solidFill>
          <a:ln>
            <a:noFill/>
          </a:ln>
        </p:spPr>
      </p:pic>
      <p:sp>
        <p:nvSpPr>
          <p:cNvPr id="232" name="Google Shape;232;p11"/>
          <p:cNvSpPr txBox="1"/>
          <p:nvPr/>
        </p:nvSpPr>
        <p:spPr>
          <a:xfrm>
            <a:off x="5562600" y="1233966"/>
            <a:ext cx="3767241" cy="738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Man – Male &amp; Female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h2a0f50ca8a7ecef9_1_20"/>
          <p:cNvSpPr txBox="1"/>
          <p:nvPr>
            <p:ph type="title"/>
          </p:nvPr>
        </p:nvSpPr>
        <p:spPr>
          <a:xfrm>
            <a:off x="1028575" y="5725654"/>
            <a:ext cx="8115300" cy="5883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50"/>
              <a:t>Then the LORD God formed a man from the dust of the ground and breathed into his nostrils the breath of life, and the man became a living being.</a:t>
            </a:r>
            <a:r>
              <a:rPr lang="en-US" sz="1550"/>
              <a:t> </a:t>
            </a:r>
            <a:endParaRPr sz="1550"/>
          </a:p>
        </p:txBody>
      </p:sp>
      <p:sp>
        <p:nvSpPr>
          <p:cNvPr id="239" name="Google Shape;239;h2a0f50ca8a7ecef9_1_20"/>
          <p:cNvSpPr/>
          <p:nvPr>
            <p:ph idx="2" type="pic"/>
          </p:nvPr>
        </p:nvSpPr>
        <p:spPr>
          <a:xfrm>
            <a:off x="992435" y="1113022"/>
            <a:ext cx="3638400" cy="3750300"/>
          </a:xfrm>
          <a:prstGeom prst="rect">
            <a:avLst/>
          </a:prstGeom>
        </p:spPr>
      </p:sp>
      <p:sp>
        <p:nvSpPr>
          <p:cNvPr id="240" name="Google Shape;240;h2a0f50ca8a7ecef9_1_20"/>
          <p:cNvSpPr txBox="1"/>
          <p:nvPr>
            <p:ph idx="1" type="body"/>
          </p:nvPr>
        </p:nvSpPr>
        <p:spPr>
          <a:xfrm>
            <a:off x="1028581" y="5181600"/>
            <a:ext cx="3566100" cy="493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70000" lnSpcReduction="100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dk2"/>
                </a:solidFill>
              </a:rPr>
              <a:t>God Created Man</a:t>
            </a:r>
            <a:r>
              <a:rPr lang="en-US" sz="1100">
                <a:solidFill>
                  <a:schemeClr val="dk2"/>
                </a:solidFill>
              </a:rPr>
              <a:t> </a:t>
            </a:r>
            <a:endParaRPr/>
          </a:p>
        </p:txBody>
      </p:sp>
      <p:sp>
        <p:nvSpPr>
          <p:cNvPr id="241" name="Google Shape;241;h2a0f50ca8a7ecef9_1_20"/>
          <p:cNvSpPr txBox="1"/>
          <p:nvPr>
            <p:ph idx="4" type="body"/>
          </p:nvPr>
        </p:nvSpPr>
        <p:spPr>
          <a:xfrm>
            <a:off x="5428075" y="6364200"/>
            <a:ext cx="3566100" cy="333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70000"/>
              </a:lnSpc>
              <a:spcBef>
                <a:spcPts val="1000"/>
              </a:spcBef>
              <a:spcAft>
                <a:spcPts val="0"/>
              </a:spcAft>
              <a:buSzPts val="853"/>
              <a:buNone/>
            </a:pPr>
            <a:r>
              <a:rPr b="1" lang="en-US" sz="1246">
                <a:solidFill>
                  <a:schemeClr val="dk2"/>
                </a:solidFill>
              </a:rPr>
              <a:t>Genesis 2:7</a:t>
            </a:r>
            <a:endParaRPr sz="100"/>
          </a:p>
        </p:txBody>
      </p:sp>
      <p:sp>
        <p:nvSpPr>
          <p:cNvPr id="242" name="Google Shape;242;h2a0f50ca8a7ecef9_1_20"/>
          <p:cNvSpPr txBox="1"/>
          <p:nvPr/>
        </p:nvSpPr>
        <p:spPr>
          <a:xfrm>
            <a:off x="5514125" y="1320000"/>
            <a:ext cx="3808200" cy="31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2"/>
                </a:solidFill>
              </a:rPr>
              <a:t>•</a:t>
            </a:r>
            <a:r>
              <a:rPr b="1" lang="en-US" sz="1900">
                <a:solidFill>
                  <a:schemeClr val="dk2"/>
                </a:solidFill>
              </a:rPr>
              <a:t>God made man from the dust of the ground.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2"/>
                </a:solidFill>
              </a:rPr>
              <a:t>•</a:t>
            </a:r>
            <a:r>
              <a:rPr b="1" lang="en-US" sz="1900">
                <a:solidFill>
                  <a:schemeClr val="dk2"/>
                </a:solidFill>
              </a:rPr>
              <a:t>God gave man life.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2"/>
                </a:solidFill>
              </a:rPr>
              <a:t>•</a:t>
            </a:r>
            <a:r>
              <a:rPr b="1" lang="en-US" sz="1900">
                <a:solidFill>
                  <a:schemeClr val="dk2"/>
                </a:solidFill>
              </a:rPr>
              <a:t>God made man in His image.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2"/>
                </a:solidFill>
              </a:rPr>
              <a:t>•</a:t>
            </a:r>
            <a:r>
              <a:rPr b="1" lang="en-US" sz="1900">
                <a:solidFill>
                  <a:schemeClr val="dk2"/>
                </a:solidFill>
              </a:rPr>
              <a:t>People are special to God.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243" name="Google Shape;243;h2a0f50ca8a7ecef9_1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8575" y="1590825"/>
            <a:ext cx="3638400" cy="2214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h2a0f50ca8a7ecef9_1_35"/>
          <p:cNvSpPr txBox="1"/>
          <p:nvPr>
            <p:ph type="title"/>
          </p:nvPr>
        </p:nvSpPr>
        <p:spPr>
          <a:xfrm>
            <a:off x="1028580" y="5791200"/>
            <a:ext cx="8115300" cy="701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US" sz="1560"/>
              <a:t>So the LORD God caused the man to fall into a deep sleep; and while he was sleeping, he took one of the man’s ribs and then closed up the place with flesh. Then the LORD God made a woman from the rib he had taken out of the man, and he brought her to the man.</a:t>
            </a:r>
            <a:r>
              <a:rPr lang="en-US" sz="1560"/>
              <a:t> </a:t>
            </a:r>
            <a:endParaRPr sz="1560"/>
          </a:p>
        </p:txBody>
      </p:sp>
      <p:sp>
        <p:nvSpPr>
          <p:cNvPr id="250" name="Google Shape;250;h2a0f50ca8a7ecef9_1_35"/>
          <p:cNvSpPr/>
          <p:nvPr>
            <p:ph idx="2" type="pic"/>
          </p:nvPr>
        </p:nvSpPr>
        <p:spPr>
          <a:xfrm>
            <a:off x="992435" y="1113022"/>
            <a:ext cx="3638400" cy="3750300"/>
          </a:xfrm>
          <a:prstGeom prst="rect">
            <a:avLst/>
          </a:prstGeom>
        </p:spPr>
      </p:sp>
      <p:sp>
        <p:nvSpPr>
          <p:cNvPr id="251" name="Google Shape;251;h2a0f50ca8a7ecef9_1_35"/>
          <p:cNvSpPr txBox="1"/>
          <p:nvPr>
            <p:ph idx="1" type="body"/>
          </p:nvPr>
        </p:nvSpPr>
        <p:spPr>
          <a:xfrm>
            <a:off x="1028575" y="5181600"/>
            <a:ext cx="3760200" cy="609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62500"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dk2"/>
                </a:solidFill>
              </a:rPr>
              <a:t>God Created Woman</a:t>
            </a:r>
            <a:r>
              <a:rPr b="1" lang="en-US" sz="1100">
                <a:solidFill>
                  <a:schemeClr val="dk2"/>
                </a:solidFill>
              </a:rPr>
              <a:t> </a:t>
            </a:r>
            <a:endParaRPr b="1"/>
          </a:p>
        </p:txBody>
      </p:sp>
      <p:sp>
        <p:nvSpPr>
          <p:cNvPr id="252" name="Google Shape;252;h2a0f50ca8a7ecef9_1_35"/>
          <p:cNvSpPr txBox="1"/>
          <p:nvPr>
            <p:ph idx="4" type="body"/>
          </p:nvPr>
        </p:nvSpPr>
        <p:spPr>
          <a:xfrm>
            <a:off x="6739948" y="6492900"/>
            <a:ext cx="2901900" cy="3327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2"/>
                </a:solidFill>
              </a:rPr>
              <a:t>Genesis 2:21–22</a:t>
            </a:r>
            <a:endParaRPr b="1" sz="1200"/>
          </a:p>
        </p:txBody>
      </p:sp>
      <p:sp>
        <p:nvSpPr>
          <p:cNvPr id="253" name="Google Shape;253;h2a0f50ca8a7ecef9_1_35"/>
          <p:cNvSpPr txBox="1"/>
          <p:nvPr/>
        </p:nvSpPr>
        <p:spPr>
          <a:xfrm>
            <a:off x="5607475" y="1250525"/>
            <a:ext cx="3463800" cy="353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 sz="2200">
                <a:solidFill>
                  <a:schemeClr val="dk2"/>
                </a:solidFill>
              </a:rPr>
              <a:t>•</a:t>
            </a:r>
            <a:r>
              <a:rPr b="1" lang="en-US" sz="1900">
                <a:solidFill>
                  <a:schemeClr val="dk2"/>
                </a:solidFill>
              </a:rPr>
              <a:t>God created woman to be a helper and companion for man.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2"/>
                </a:solidFill>
              </a:rPr>
              <a:t>•</a:t>
            </a:r>
            <a:r>
              <a:rPr b="1" lang="en-US" sz="1900">
                <a:solidFill>
                  <a:schemeClr val="dk2"/>
                </a:solidFill>
              </a:rPr>
              <a:t>God made woman special.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2"/>
                </a:solidFill>
              </a:rPr>
              <a:t>•</a:t>
            </a:r>
            <a:r>
              <a:rPr b="1" lang="en-US" sz="1900">
                <a:solidFill>
                  <a:schemeClr val="dk2"/>
                </a:solidFill>
              </a:rPr>
              <a:t>God created man and woman.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1800">
                <a:solidFill>
                  <a:schemeClr val="dk2"/>
                </a:solidFill>
              </a:rPr>
              <a:t>•</a:t>
            </a:r>
            <a:r>
              <a:rPr b="1" lang="en-US" sz="1900">
                <a:solidFill>
                  <a:schemeClr val="dk2"/>
                </a:solidFill>
              </a:rPr>
              <a:t>Both are important to God.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254" name="Google Shape;254;h2a0f50ca8a7ecef9_1_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9100" y="1540700"/>
            <a:ext cx="3463800" cy="235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2"/>
          <p:cNvSpPr txBox="1"/>
          <p:nvPr>
            <p:ph type="title"/>
          </p:nvPr>
        </p:nvSpPr>
        <p:spPr>
          <a:xfrm>
            <a:off x="3994838" y="144766"/>
            <a:ext cx="3352801" cy="762000"/>
          </a:xfrm>
          <a:prstGeom prst="rect">
            <a:avLst/>
          </a:prstGeom>
          <a:solidFill>
            <a:srgbClr val="AAD1EB"/>
          </a:solidFill>
          <a:ln cap="flat" cmpd="sng" w="9525">
            <a:solidFill>
              <a:srgbClr val="EDE6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3600"/>
              <a:buFont typeface="Times New Roman"/>
              <a:buNone/>
            </a:pPr>
            <a:r>
              <a:rPr b="1" lang="en-US" sz="3600">
                <a:solidFill>
                  <a:srgbClr val="000000"/>
                </a:solidFill>
              </a:rPr>
              <a:t>God Created on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261" name="Google Shape;261;p12"/>
          <p:cNvSpPr txBox="1"/>
          <p:nvPr/>
        </p:nvSpPr>
        <p:spPr>
          <a:xfrm>
            <a:off x="1066800" y="1371600"/>
            <a:ext cx="3471761" cy="3276600"/>
          </a:xfrm>
          <a:prstGeom prst="rect">
            <a:avLst/>
          </a:prstGeom>
          <a:gradFill>
            <a:gsLst>
              <a:gs pos="0">
                <a:srgbClr val="F2B54B"/>
              </a:gs>
              <a:gs pos="50000">
                <a:srgbClr val="F8B011"/>
              </a:gs>
              <a:gs pos="100000">
                <a:srgbClr val="E3A003"/>
              </a:gs>
            </a:gsLst>
            <a:lin ang="5400000" scaled="0"/>
          </a:gradFill>
          <a:ln cap="flat" cmpd="sng" w="952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12"/>
          <p:cNvSpPr txBox="1"/>
          <p:nvPr/>
        </p:nvSpPr>
        <p:spPr>
          <a:xfrm>
            <a:off x="1066800" y="2505670"/>
            <a:ext cx="3471761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DAY 7 </a:t>
            </a:r>
            <a:endParaRPr/>
          </a:p>
        </p:txBody>
      </p:sp>
      <p:pic>
        <p:nvPicPr>
          <p:cNvPr id="263" name="Google Shape;263;p1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8946" r="8946" t="0"/>
          <a:stretch/>
        </p:blipFill>
        <p:spPr>
          <a:xfrm>
            <a:off x="6345926" y="2166376"/>
            <a:ext cx="2003425" cy="2064612"/>
          </a:xfrm>
          <a:prstGeom prst="rect">
            <a:avLst/>
          </a:prstGeom>
          <a:solidFill>
            <a:srgbClr val="D3E8F5"/>
          </a:solidFill>
          <a:ln>
            <a:noFill/>
          </a:ln>
        </p:spPr>
      </p:pic>
      <p:sp>
        <p:nvSpPr>
          <p:cNvPr id="264" name="Google Shape;264;p12"/>
          <p:cNvSpPr txBox="1"/>
          <p:nvPr/>
        </p:nvSpPr>
        <p:spPr>
          <a:xfrm>
            <a:off x="6553200" y="1118297"/>
            <a:ext cx="2819398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REST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h2a0f50ca8a7ecef9_1_50"/>
          <p:cNvSpPr txBox="1"/>
          <p:nvPr>
            <p:ph type="title"/>
          </p:nvPr>
        </p:nvSpPr>
        <p:spPr>
          <a:xfrm>
            <a:off x="838200" y="365126"/>
            <a:ext cx="9829800" cy="108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God’s Creation Is Good</a:t>
            </a:r>
            <a:r>
              <a:rPr lang="en-US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71" name="Google Shape;271;h2a0f50ca8a7ecef9_1_50"/>
          <p:cNvSpPr txBox="1"/>
          <p:nvPr>
            <p:ph idx="1" type="body"/>
          </p:nvPr>
        </p:nvSpPr>
        <p:spPr>
          <a:xfrm>
            <a:off x="1524000" y="1828800"/>
            <a:ext cx="9144000" cy="347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-US" sz="1500">
                <a:solidFill>
                  <a:schemeClr val="dk2"/>
                </a:solidFill>
              </a:rPr>
              <a:t>•</a:t>
            </a:r>
            <a:r>
              <a:rPr b="1" lang="en-US" sz="2300">
                <a:solidFill>
                  <a:schemeClr val="dk2"/>
                </a:solidFill>
              </a:rPr>
              <a:t>God looked at everything He had made.</a:t>
            </a:r>
            <a:endParaRPr b="1" sz="2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2"/>
                </a:solidFill>
              </a:rPr>
              <a:t>•</a:t>
            </a:r>
            <a:r>
              <a:rPr b="1" lang="en-US" sz="1900">
                <a:solidFill>
                  <a:schemeClr val="dk2"/>
                </a:solidFill>
              </a:rPr>
              <a:t>It was very good!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2"/>
                </a:solidFill>
              </a:rPr>
              <a:t>•</a:t>
            </a:r>
            <a:r>
              <a:rPr b="1" lang="en-US" sz="1900">
                <a:solidFill>
                  <a:schemeClr val="dk2"/>
                </a:solidFill>
              </a:rPr>
              <a:t>The sky is good.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2"/>
                </a:solidFill>
              </a:rPr>
              <a:t>•</a:t>
            </a:r>
            <a:r>
              <a:rPr b="1" lang="en-US" sz="1900">
                <a:solidFill>
                  <a:schemeClr val="dk2"/>
                </a:solidFill>
              </a:rPr>
              <a:t>The trees are good.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b="1" lang="en-US" sz="1600">
                <a:solidFill>
                  <a:schemeClr val="dk2"/>
                </a:solidFill>
              </a:rPr>
              <a:t>•</a:t>
            </a:r>
            <a:r>
              <a:rPr b="1" lang="en-US" sz="1900">
                <a:solidFill>
                  <a:schemeClr val="dk2"/>
                </a:solidFill>
              </a:rPr>
              <a:t>The animals are good.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b="1" sz="200">
              <a:solidFill>
                <a:schemeClr val="dk2"/>
              </a:solidFill>
            </a:endParaRPr>
          </a:p>
          <a:p>
            <a:pPr indent="45720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chemeClr val="dk2"/>
                </a:solidFill>
              </a:rPr>
              <a:t>•</a:t>
            </a:r>
            <a:r>
              <a:rPr b="1" lang="en-US" sz="1900">
                <a:solidFill>
                  <a:schemeClr val="dk2"/>
                </a:solidFill>
              </a:rPr>
              <a:t>People are God’s special creation.</a:t>
            </a:r>
            <a:endParaRPr sz="2300"/>
          </a:p>
        </p:txBody>
      </p:sp>
      <p:pic>
        <p:nvPicPr>
          <p:cNvPr id="272" name="Google Shape;272;h2a0f50ca8a7ecef9_1_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2400" y="2011425"/>
            <a:ext cx="3835700" cy="283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h2a0f50ca8a7ecef9_1_60"/>
          <p:cNvSpPr txBox="1"/>
          <p:nvPr>
            <p:ph type="title"/>
          </p:nvPr>
        </p:nvSpPr>
        <p:spPr>
          <a:xfrm>
            <a:off x="838200" y="365126"/>
            <a:ext cx="9829800" cy="1082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Closing Prayer</a:t>
            </a:r>
            <a:r>
              <a:rPr lang="en-US" sz="11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279" name="Google Shape;279;h2a0f50ca8a7ecef9_1_60"/>
          <p:cNvSpPr txBox="1"/>
          <p:nvPr>
            <p:ph idx="1" type="body"/>
          </p:nvPr>
        </p:nvSpPr>
        <p:spPr>
          <a:xfrm>
            <a:off x="1524000" y="1828800"/>
            <a:ext cx="9144000" cy="347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39286"/>
              <a:buFont typeface="Arial"/>
              <a:buNone/>
            </a:pPr>
            <a:r>
              <a:rPr lang="en-US" sz="2800">
                <a:solidFill>
                  <a:schemeClr val="dk2"/>
                </a:solidFill>
              </a:rPr>
              <a:t>•Thank You, God</a:t>
            </a:r>
            <a:endParaRPr sz="2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39286"/>
              <a:buFont typeface="Arial"/>
              <a:buNone/>
            </a:pPr>
            <a:r>
              <a:t/>
            </a:r>
            <a:endParaRPr sz="2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39286"/>
              <a:buFont typeface="Arial"/>
              <a:buNone/>
            </a:pPr>
            <a:r>
              <a:rPr lang="en-US" sz="2800">
                <a:solidFill>
                  <a:schemeClr val="dk2"/>
                </a:solidFill>
              </a:rPr>
              <a:t>•“Dear God, thank You for creating the world.</a:t>
            </a:r>
            <a:endParaRPr sz="2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39286"/>
              <a:buFont typeface="Arial"/>
              <a:buNone/>
            </a:pPr>
            <a:r>
              <a:rPr lang="en-US" sz="2800">
                <a:solidFill>
                  <a:schemeClr val="dk2"/>
                </a:solidFill>
              </a:rPr>
              <a:t>•Thank You for the sky, land, plants, animals, and people.</a:t>
            </a:r>
            <a:endParaRPr sz="2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39286"/>
              <a:buFont typeface="Arial"/>
              <a:buNone/>
            </a:pPr>
            <a:r>
              <a:rPr lang="en-US" sz="2800">
                <a:solidFill>
                  <a:schemeClr val="dk2"/>
                </a:solidFill>
              </a:rPr>
              <a:t>•Help us love and care for Your beautiful creation.</a:t>
            </a:r>
            <a:endParaRPr sz="2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39286"/>
              <a:buFont typeface="Arial"/>
              <a:buNone/>
            </a:pPr>
            <a:r>
              <a:rPr lang="en-US" sz="2800">
                <a:solidFill>
                  <a:schemeClr val="dk2"/>
                </a:solidFill>
              </a:rPr>
              <a:t>•</a:t>
            </a:r>
            <a:r>
              <a:rPr b="1" lang="en-US" sz="2800">
                <a:solidFill>
                  <a:srgbClr val="FF0000"/>
                </a:solidFill>
              </a:rPr>
              <a:t>Amen</a:t>
            </a:r>
            <a:r>
              <a:rPr lang="en-US" sz="2800">
                <a:solidFill>
                  <a:schemeClr val="dk2"/>
                </a:solidFill>
              </a:rPr>
              <a:t>.”</a:t>
            </a:r>
            <a:endParaRPr sz="2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0" name="Google Shape;280;h2a0f50ca8a7ecef9_1_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7850" y="0"/>
            <a:ext cx="3734150" cy="250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3"/>
          <p:cNvSpPr txBox="1"/>
          <p:nvPr>
            <p:ph type="title"/>
          </p:nvPr>
        </p:nvSpPr>
        <p:spPr>
          <a:xfrm>
            <a:off x="838200" y="365126"/>
            <a:ext cx="9829800" cy="108267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73333"/>
              <a:buFont typeface="Arial"/>
              <a:buNone/>
            </a:pPr>
            <a:r>
              <a:rPr b="1" lang="en-US" sz="15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b="1" lang="en-US" sz="1833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Class Question:</a:t>
            </a:r>
            <a:endParaRPr b="1" sz="1833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ct val="60000"/>
              <a:buFont typeface="Arial"/>
              <a:buNone/>
            </a:pPr>
            <a:r>
              <a:rPr b="1" lang="en-US" sz="1833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• What is your favorite thing God created?</a:t>
            </a:r>
            <a:endParaRPr b="1" sz="1833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t/>
            </a:r>
            <a:endParaRPr/>
          </a:p>
        </p:txBody>
      </p:sp>
      <p:sp>
        <p:nvSpPr>
          <p:cNvPr id="286" name="Google Shape;286;p13"/>
          <p:cNvSpPr txBox="1"/>
          <p:nvPr>
            <p:ph idx="1" type="body"/>
          </p:nvPr>
        </p:nvSpPr>
        <p:spPr>
          <a:xfrm>
            <a:off x="4404900" y="1828800"/>
            <a:ext cx="7007400" cy="3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2000"/>
              <a:buChar char="•"/>
            </a:pPr>
            <a:r>
              <a:rPr b="1" lang="en-US" u="sng">
                <a:solidFill>
                  <a:schemeClr val="hlink"/>
                </a:solidFill>
                <a:hlinkClick r:id="rId3"/>
              </a:rPr>
              <a:t>Coloring Book</a:t>
            </a:r>
            <a:endParaRPr b="1">
              <a:solidFill>
                <a:srgbClr val="38761D"/>
              </a:solidFill>
            </a:endParaRPr>
          </a:p>
          <a:p>
            <a:pPr indent="-18288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761D"/>
              </a:buClr>
              <a:buSzPts val="1800"/>
              <a:buChar char="•"/>
            </a:pPr>
            <a:r>
              <a:rPr b="1" lang="en-US">
                <a:solidFill>
                  <a:srgbClr val="38761D"/>
                </a:solidFill>
              </a:rPr>
              <a:t>https://letsliveforjesus.github.io/bible/color-puzzle.html</a:t>
            </a:r>
            <a:endParaRPr b="1">
              <a:solidFill>
                <a:srgbClr val="38761D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38761D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2000"/>
              <a:buChar char="•"/>
            </a:pPr>
            <a:r>
              <a:rPr b="1" lang="en-US" u="sng">
                <a:solidFill>
                  <a:schemeClr val="hlink"/>
                </a:solidFill>
                <a:hlinkClick r:id="rId4"/>
              </a:rPr>
              <a:t>Creation Dot</a:t>
            </a:r>
            <a:endParaRPr b="1">
              <a:solidFill>
                <a:srgbClr val="990000"/>
              </a:solidFill>
            </a:endParaRPr>
          </a:p>
          <a:p>
            <a:pPr indent="-18288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00"/>
              </a:buClr>
              <a:buSzPts val="1800"/>
              <a:buChar char="•"/>
            </a:pPr>
            <a:r>
              <a:rPr b="1" lang="en-US">
                <a:solidFill>
                  <a:srgbClr val="990000"/>
                </a:solidFill>
              </a:rPr>
              <a:t>https://letsliveforjesus.github.io/bible/creation-dots.html</a:t>
            </a:r>
            <a:endParaRPr b="1">
              <a:solidFill>
                <a:srgbClr val="990000"/>
              </a:solidFill>
            </a:endParaRPr>
          </a:p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990000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2000"/>
              <a:buChar char="•"/>
            </a:pPr>
            <a:r>
              <a:rPr b="1" lang="en-US" u="sng">
                <a:solidFill>
                  <a:schemeClr val="hlink"/>
                </a:solidFill>
                <a:hlinkClick r:id="rId5"/>
              </a:rPr>
              <a:t>Creation Adventure</a:t>
            </a:r>
            <a:endParaRPr b="1">
              <a:solidFill>
                <a:srgbClr val="0000FF"/>
              </a:solidFill>
            </a:endParaRPr>
          </a:p>
          <a:p>
            <a:pPr indent="-182880" lvl="1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800"/>
              <a:buChar char="•"/>
            </a:pPr>
            <a:r>
              <a:rPr b="1" lang="en-US">
                <a:solidFill>
                  <a:srgbClr val="0000FF"/>
                </a:solidFill>
              </a:rPr>
              <a:t>https://letsliveforjesus.github.io/bible/creation.html</a:t>
            </a:r>
            <a:endParaRPr b="1">
              <a:solidFill>
                <a:srgbClr val="0000FF"/>
              </a:solidFill>
            </a:endParaRPr>
          </a:p>
        </p:txBody>
      </p:sp>
      <p:sp>
        <p:nvSpPr>
          <p:cNvPr id="287" name="Google Shape;287;p13"/>
          <p:cNvSpPr txBox="1"/>
          <p:nvPr>
            <p:ph idx="2" type="body"/>
          </p:nvPr>
        </p:nvSpPr>
        <p:spPr>
          <a:xfrm>
            <a:off x="1523999" y="1828800"/>
            <a:ext cx="2926080" cy="3476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b="1" lang="en-US">
                <a:solidFill>
                  <a:srgbClr val="274E13"/>
                </a:solidFill>
              </a:rPr>
              <a:t>Send Home/Class</a:t>
            </a:r>
            <a:endParaRPr b="1">
              <a:solidFill>
                <a:srgbClr val="274E13"/>
              </a:solidFill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Children Friends 16x9">
  <a:themeElements>
    <a:clrScheme name="ChildrenFriends">
      <a:dk1>
        <a:srgbClr val="404040"/>
      </a:dk1>
      <a:lt1>
        <a:srgbClr val="FFFFFF"/>
      </a:lt1>
      <a:dk2>
        <a:srgbClr val="000000"/>
      </a:dk2>
      <a:lt2>
        <a:srgbClr val="EAEAEA"/>
      </a:lt2>
      <a:accent1>
        <a:srgbClr val="A63121"/>
      </a:accent1>
      <a:accent2>
        <a:srgbClr val="318DCB"/>
      </a:accent2>
      <a:accent3>
        <a:srgbClr val="F28330"/>
      </a:accent3>
      <a:accent4>
        <a:srgbClr val="50B852"/>
      </a:accent4>
      <a:accent5>
        <a:srgbClr val="EEAD1D"/>
      </a:accent5>
      <a:accent6>
        <a:srgbClr val="A68555"/>
      </a:accent6>
      <a:hlink>
        <a:srgbClr val="F28330"/>
      </a:hlink>
      <a:folHlink>
        <a:srgbClr val="96969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hildrenFriends">
      <a:dk1>
        <a:srgbClr val="404040"/>
      </a:dk1>
      <a:lt1>
        <a:srgbClr val="FFFFFF"/>
      </a:lt1>
      <a:dk2>
        <a:srgbClr val="000000"/>
      </a:dk2>
      <a:lt2>
        <a:srgbClr val="EAEAEA"/>
      </a:lt2>
      <a:accent1>
        <a:srgbClr val="A63121"/>
      </a:accent1>
      <a:accent2>
        <a:srgbClr val="318DCB"/>
      </a:accent2>
      <a:accent3>
        <a:srgbClr val="F28330"/>
      </a:accent3>
      <a:accent4>
        <a:srgbClr val="50B852"/>
      </a:accent4>
      <a:accent5>
        <a:srgbClr val="EEAD1D"/>
      </a:accent5>
      <a:accent6>
        <a:srgbClr val="A68555"/>
      </a:accent6>
      <a:hlink>
        <a:srgbClr val="F28330"/>
      </a:hlink>
      <a:folHlink>
        <a:srgbClr val="96969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2021-06-27T13:46:55Z</dcterms:created>
  <dc:creator>David Shewaneh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TC038961019991</vt:lpwstr>
  </property>
  <property fmtid="{D5CDD505-2E9C-101B-9397-08002B2CF9AE}" pid="3" name="ContentTypeId">
    <vt:lpwstr>0x010100AA3F7D94069FF64A86F7DFF56D60E3BE</vt:lpwstr>
  </property>
</Properties>
</file>